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7" r:id="rId4"/>
    <p:sldId id="268" r:id="rId5"/>
    <p:sldId id="263" r:id="rId6"/>
    <p:sldId id="318" r:id="rId7"/>
    <p:sldId id="327" r:id="rId30"/>
    <p:sldId id="329" r:id="rId32"/>
    <p:sldId id="330" r:id="rId33"/>
    <p:sldId id="331" r:id="rId34"/>
    <p:sldId id="328" r:id="rId31"/>
    <p:sldId id="332" r:id="rId35"/>
    <p:sldId id="333" r:id="rId36"/>
    <p:sldId id="334" r:id="rId37"/>
    <p:sldId id="2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71E2AC-61C0-4DDF-AAB3-8E7FE8BF5063}" v="161" dt="2026-04-23T17:02:09.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22" Type="http://schemas.openxmlformats.org/officeDocument/2006/relationships/notesMaster" Target="notesMasters/notesMaster1.xml"/><Relationship Id="rId23" Type="http://schemas.openxmlformats.org/officeDocument/2006/relationships/slide" Target="slides/slide15.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 Id="rId30" Type="http://schemas.openxmlformats.org/officeDocument/2006/relationships/slide" Target="slides/slide7.xml"/><Relationship Id="rId31" Type="http://schemas.openxmlformats.org/officeDocument/2006/relationships/slide" Target="slides/slide11.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sour Mones" userId="5b920a845ba829ff" providerId="LiveId" clId="{5AA07053-2EB2-4C55-8E11-63DABD449356}"/>
    <pc:docChg chg="undo custSel addSld delSld modSld sldOrd">
      <pc:chgData name="Mansour Mones" userId="5b920a845ba829ff" providerId="LiveId" clId="{5AA07053-2EB2-4C55-8E11-63DABD449356}" dt="2026-04-23T17:02:09.661" v="551" actId="478"/>
      <pc:docMkLst>
        <pc:docMk/>
      </pc:docMkLst>
      <pc:sldChg chg="addSp delSp modSp mod ord">
        <pc:chgData name="Mansour Mones" userId="5b920a845ba829ff" providerId="LiveId" clId="{5AA07053-2EB2-4C55-8E11-63DABD449356}" dt="2026-04-22T16:43:00.048" v="356" actId="5793"/>
        <pc:sldMkLst>
          <pc:docMk/>
          <pc:sldMk cId="1787778921" sldId="257"/>
        </pc:sldMkLst>
        <pc:spChg chg="mod">
          <ac:chgData name="Mansour Mones" userId="5b920a845ba829ff" providerId="LiveId" clId="{5AA07053-2EB2-4C55-8E11-63DABD449356}" dt="2026-04-22T16:41:07.001" v="345" actId="1076"/>
          <ac:spMkLst>
            <pc:docMk/>
            <pc:sldMk cId="1787778921" sldId="257"/>
            <ac:spMk id="2" creationId="{E8618852-7B85-4E54-9271-03FC903D2982}"/>
          </ac:spMkLst>
        </pc:spChg>
        <pc:spChg chg="del">
          <ac:chgData name="Mansour Mones" userId="5b920a845ba829ff" providerId="LiveId" clId="{5AA07053-2EB2-4C55-8E11-63DABD449356}" dt="2026-04-22T16:42:05.320" v="347"/>
          <ac:spMkLst>
            <pc:docMk/>
            <pc:sldMk cId="1787778921" sldId="257"/>
            <ac:spMk id="3" creationId="{C2BF12DD-A53F-4A65-B80B-332C86001C32}"/>
          </ac:spMkLst>
        </pc:spChg>
        <pc:spChg chg="del mod">
          <ac:chgData name="Mansour Mones" userId="5b920a845ba829ff" providerId="LiveId" clId="{5AA07053-2EB2-4C55-8E11-63DABD449356}" dt="2026-04-22T16:40:54.735" v="342" actId="478"/>
          <ac:spMkLst>
            <pc:docMk/>
            <pc:sldMk cId="1787778921" sldId="257"/>
            <ac:spMk id="4" creationId="{F0F427EF-C245-4EC3-87A2-EA6858460952}"/>
          </ac:spMkLst>
        </pc:spChg>
        <pc:spChg chg="add mod">
          <ac:chgData name="Mansour Mones" userId="5b920a845ba829ff" providerId="LiveId" clId="{5AA07053-2EB2-4C55-8E11-63DABD449356}" dt="2026-04-22T16:43:00.048" v="356" actId="5793"/>
          <ac:spMkLst>
            <pc:docMk/>
            <pc:sldMk cId="1787778921" sldId="257"/>
            <ac:spMk id="5" creationId="{38E180E3-D12E-7088-061C-3EB201907D67}"/>
          </ac:spMkLst>
        </pc:spChg>
      </pc:sldChg>
      <pc:sldChg chg="modSp mod">
        <pc:chgData name="Mansour Mones" userId="5b920a845ba829ff" providerId="LiveId" clId="{5AA07053-2EB2-4C55-8E11-63DABD449356}" dt="2026-04-22T15:39:13.594" v="297" actId="14100"/>
        <pc:sldMkLst>
          <pc:docMk/>
          <pc:sldMk cId="0" sldId="262"/>
        </pc:sldMkLst>
        <pc:spChg chg="mod">
          <ac:chgData name="Mansour Mones" userId="5b920a845ba829ff" providerId="LiveId" clId="{5AA07053-2EB2-4C55-8E11-63DABD449356}" dt="2026-04-22T15:39:06.183" v="296" actId="1076"/>
          <ac:spMkLst>
            <pc:docMk/>
            <pc:sldMk cId="0" sldId="262"/>
            <ac:spMk id="128" creationId="{00000000-0000-0000-0000-000000000000}"/>
          </ac:spMkLst>
        </pc:spChg>
        <pc:picChg chg="mod">
          <ac:chgData name="Mansour Mones" userId="5b920a845ba829ff" providerId="LiveId" clId="{5AA07053-2EB2-4C55-8E11-63DABD449356}" dt="2026-04-22T15:39:13.594" v="297" actId="14100"/>
          <ac:picMkLst>
            <pc:docMk/>
            <pc:sldMk cId="0" sldId="262"/>
            <ac:picMk id="127" creationId="{00000000-0000-0000-0000-000000000000}"/>
          </ac:picMkLst>
        </pc:picChg>
      </pc:sldChg>
      <pc:sldChg chg="modSp mod">
        <pc:chgData name="Mansour Mones" userId="5b920a845ba829ff" providerId="LiveId" clId="{5AA07053-2EB2-4C55-8E11-63DABD449356}" dt="2026-04-22T15:33:55.479" v="205" actId="404"/>
        <pc:sldMkLst>
          <pc:docMk/>
          <pc:sldMk cId="3121984553" sldId="263"/>
        </pc:sldMkLst>
        <pc:spChg chg="mod">
          <ac:chgData name="Mansour Mones" userId="5b920a845ba829ff" providerId="LiveId" clId="{5AA07053-2EB2-4C55-8E11-63DABD449356}" dt="2026-04-22T15:33:55.479" v="205" actId="404"/>
          <ac:spMkLst>
            <pc:docMk/>
            <pc:sldMk cId="3121984553" sldId="263"/>
            <ac:spMk id="107" creationId="{00000000-0000-0000-0000-000000000000}"/>
          </ac:spMkLst>
        </pc:spChg>
      </pc:sldChg>
      <pc:sldChg chg="addSp delSp modSp mod">
        <pc:chgData name="Mansour Mones" userId="5b920a845ba829ff" providerId="LiveId" clId="{5AA07053-2EB2-4C55-8E11-63DABD449356}" dt="2026-04-22T16:35:33.905" v="301" actId="403"/>
        <pc:sldMkLst>
          <pc:docMk/>
          <pc:sldMk cId="47324901" sldId="267"/>
        </pc:sldMkLst>
        <pc:spChg chg="add mod">
          <ac:chgData name="Mansour Mones" userId="5b920a845ba829ff" providerId="LiveId" clId="{5AA07053-2EB2-4C55-8E11-63DABD449356}" dt="2026-04-22T15:13:11.729" v="5"/>
          <ac:spMkLst>
            <pc:docMk/>
            <pc:sldMk cId="47324901" sldId="267"/>
            <ac:spMk id="4" creationId="{0E2CAB45-017F-2C85-2203-AC2A41264B1D}"/>
          </ac:spMkLst>
        </pc:spChg>
        <pc:spChg chg="add mod">
          <ac:chgData name="Mansour Mones" userId="5b920a845ba829ff" providerId="LiveId" clId="{5AA07053-2EB2-4C55-8E11-63DABD449356}" dt="2026-04-22T15:39:54.340" v="300" actId="122"/>
          <ac:spMkLst>
            <pc:docMk/>
            <pc:sldMk cId="47324901" sldId="267"/>
            <ac:spMk id="5" creationId="{1BAC6595-1281-1940-9F7B-4AB0C2376A61}"/>
          </ac:spMkLst>
        </pc:spChg>
        <pc:spChg chg="add del mod">
          <ac:chgData name="Mansour Mones" userId="5b920a845ba829ff" providerId="LiveId" clId="{5AA07053-2EB2-4C55-8E11-63DABD449356}" dt="2026-04-22T15:16:46.179" v="36" actId="22"/>
          <ac:spMkLst>
            <pc:docMk/>
            <pc:sldMk cId="47324901" sldId="267"/>
            <ac:spMk id="9" creationId="{5E5B4F64-97D2-651B-8499-C608DD6390D9}"/>
          </ac:spMkLst>
        </pc:spChg>
        <pc:spChg chg="del mod">
          <ac:chgData name="Mansour Mones" userId="5b920a845ba829ff" providerId="LiveId" clId="{5AA07053-2EB2-4C55-8E11-63DABD449356}" dt="2026-04-22T15:13:23.073" v="7" actId="478"/>
          <ac:spMkLst>
            <pc:docMk/>
            <pc:sldMk cId="47324901" sldId="267"/>
            <ac:spMk id="104" creationId="{00000000-0000-0000-0000-000000000000}"/>
          </ac:spMkLst>
        </pc:spChg>
        <pc:graphicFrameChg chg="add mod">
          <ac:chgData name="Mansour Mones" userId="5b920a845ba829ff" providerId="LiveId" clId="{5AA07053-2EB2-4C55-8E11-63DABD449356}" dt="2026-04-22T15:11:35.781" v="1"/>
          <ac:graphicFrameMkLst>
            <pc:docMk/>
            <pc:sldMk cId="47324901" sldId="267"/>
            <ac:graphicFrameMk id="2" creationId="{55B42AFC-51C3-01CC-281E-CD78308DBB6C}"/>
          </ac:graphicFrameMkLst>
        </pc:graphicFrameChg>
        <pc:graphicFrameChg chg="add mod">
          <ac:chgData name="Mansour Mones" userId="5b920a845ba829ff" providerId="LiveId" clId="{5AA07053-2EB2-4C55-8E11-63DABD449356}" dt="2026-04-22T15:13:09.703" v="4"/>
          <ac:graphicFrameMkLst>
            <pc:docMk/>
            <pc:sldMk cId="47324901" sldId="267"/>
            <ac:graphicFrameMk id="3" creationId="{810D940A-2343-A7B7-5638-B813597F02B7}"/>
          </ac:graphicFrameMkLst>
        </pc:graphicFrameChg>
        <pc:graphicFrameChg chg="add mod">
          <ac:chgData name="Mansour Mones" userId="5b920a845ba829ff" providerId="LiveId" clId="{5AA07053-2EB2-4C55-8E11-63DABD449356}" dt="2026-04-22T15:15:55.603" v="25"/>
          <ac:graphicFrameMkLst>
            <pc:docMk/>
            <pc:sldMk cId="47324901" sldId="267"/>
            <ac:graphicFrameMk id="6" creationId="{0840FF9D-237D-F3A9-AE14-AE5CBBE2DF88}"/>
          </ac:graphicFrameMkLst>
        </pc:graphicFrameChg>
        <pc:graphicFrameChg chg="add mod">
          <ac:chgData name="Mansour Mones" userId="5b920a845ba829ff" providerId="LiveId" clId="{5AA07053-2EB2-4C55-8E11-63DABD449356}" dt="2026-04-22T15:15:58.673" v="26"/>
          <ac:graphicFrameMkLst>
            <pc:docMk/>
            <pc:sldMk cId="47324901" sldId="267"/>
            <ac:graphicFrameMk id="7" creationId="{EC3A12A2-02EB-24E2-71F0-8CE249FF8E93}"/>
          </ac:graphicFrameMkLst>
        </pc:graphicFrameChg>
        <pc:graphicFrameChg chg="add mod modGraphic">
          <ac:chgData name="Mansour Mones" userId="5b920a845ba829ff" providerId="LiveId" clId="{5AA07053-2EB2-4C55-8E11-63DABD449356}" dt="2026-04-22T16:35:33.905" v="301" actId="403"/>
          <ac:graphicFrameMkLst>
            <pc:docMk/>
            <pc:sldMk cId="47324901" sldId="267"/>
            <ac:graphicFrameMk id="10" creationId="{04070F1D-A6B0-D8D7-EF03-503DCA4DB6A4}"/>
          </ac:graphicFrameMkLst>
        </pc:graphicFrameChg>
      </pc:sldChg>
      <pc:sldChg chg="modSp mod">
        <pc:chgData name="Mansour Mones" userId="5b920a845ba829ff" providerId="LiveId" clId="{5AA07053-2EB2-4C55-8E11-63DABD449356}" dt="2026-04-22T16:53:45.853" v="447" actId="20577"/>
        <pc:sldMkLst>
          <pc:docMk/>
          <pc:sldMk cId="0" sldId="268"/>
        </pc:sldMkLst>
        <pc:spChg chg="mod">
          <ac:chgData name="Mansour Mones" userId="5b920a845ba829ff" providerId="LiveId" clId="{5AA07053-2EB2-4C55-8E11-63DABD449356}" dt="2026-04-22T16:53:45.853" v="447" actId="20577"/>
          <ac:spMkLst>
            <pc:docMk/>
            <pc:sldMk cId="0" sldId="268"/>
            <ac:spMk id="4" creationId="{15A2C34D-3770-4DB0-9CF9-77919C7AB067}"/>
          </ac:spMkLst>
        </pc:spChg>
        <pc:picChg chg="mod">
          <ac:chgData name="Mansour Mones" userId="5b920a845ba829ff" providerId="LiveId" clId="{5AA07053-2EB2-4C55-8E11-63DABD449356}" dt="2026-04-22T15:25:53.736" v="184" actId="1076"/>
          <ac:picMkLst>
            <pc:docMk/>
            <pc:sldMk cId="0" sldId="268"/>
            <ac:picMk id="108" creationId="{00000000-0000-0000-0000-000000000000}"/>
          </ac:picMkLst>
        </pc:picChg>
      </pc:sldChg>
      <pc:sldChg chg="addSp delSp modSp del mod">
        <pc:chgData name="Mansour Mones" userId="5b920a845ba829ff" providerId="LiveId" clId="{5AA07053-2EB2-4C55-8E11-63DABD449356}" dt="2026-04-22T15:38:32.316" v="284" actId="47"/>
        <pc:sldMkLst>
          <pc:docMk/>
          <pc:sldMk cId="2836306590" sldId="309"/>
        </pc:sldMkLst>
        <pc:spChg chg="mod">
          <ac:chgData name="Mansour Mones" userId="5b920a845ba829ff" providerId="LiveId" clId="{5AA07053-2EB2-4C55-8E11-63DABD449356}" dt="2026-04-22T15:38:30.760" v="283" actId="1076"/>
          <ac:spMkLst>
            <pc:docMk/>
            <pc:sldMk cId="2836306590" sldId="309"/>
            <ac:spMk id="2" creationId="{E8618852-7B85-4E54-9271-03FC903D2982}"/>
          </ac:spMkLst>
        </pc:spChg>
        <pc:spChg chg="del">
          <ac:chgData name="Mansour Mones" userId="5b920a845ba829ff" providerId="LiveId" clId="{5AA07053-2EB2-4C55-8E11-63DABD449356}" dt="2026-04-22T15:38:03.458" v="265" actId="478"/>
          <ac:spMkLst>
            <pc:docMk/>
            <pc:sldMk cId="2836306590" sldId="309"/>
            <ac:spMk id="4" creationId="{F0F427EF-C245-4EC3-87A2-EA6858460952}"/>
          </ac:spMkLst>
        </pc:spChg>
        <pc:spChg chg="add del mod">
          <ac:chgData name="Mansour Mones" userId="5b920a845ba829ff" providerId="LiveId" clId="{5AA07053-2EB2-4C55-8E11-63DABD449356}" dt="2026-04-22T15:37:57.663" v="263" actId="478"/>
          <ac:spMkLst>
            <pc:docMk/>
            <pc:sldMk cId="2836306590" sldId="309"/>
            <ac:spMk id="5" creationId="{205551C4-4C31-ABDB-B914-07634A7CD9F0}"/>
          </ac:spMkLst>
        </pc:spChg>
        <pc:picChg chg="del">
          <ac:chgData name="Mansour Mones" userId="5b920a845ba829ff" providerId="LiveId" clId="{5AA07053-2EB2-4C55-8E11-63DABD449356}" dt="2026-04-22T15:37:53.702" v="261" actId="478"/>
          <ac:picMkLst>
            <pc:docMk/>
            <pc:sldMk cId="2836306590" sldId="309"/>
            <ac:picMk id="6" creationId="{FC418C96-A2D6-45E6-9935-E8B5133DC62D}"/>
          </ac:picMkLst>
        </pc:picChg>
      </pc:sldChg>
      <pc:sldChg chg="modSp add mod">
        <pc:chgData name="Mansour Mones" userId="5b920a845ba829ff" providerId="LiveId" clId="{5AA07053-2EB2-4C55-8E11-63DABD449356}" dt="2026-04-22T15:34:23.839" v="209" actId="122"/>
        <pc:sldMkLst>
          <pc:docMk/>
          <pc:sldMk cId="3935030741" sldId="310"/>
        </pc:sldMkLst>
        <pc:spChg chg="mod">
          <ac:chgData name="Mansour Mones" userId="5b920a845ba829ff" providerId="LiveId" clId="{5AA07053-2EB2-4C55-8E11-63DABD449356}" dt="2026-04-22T15:34:23.839" v="209" actId="122"/>
          <ac:spMkLst>
            <pc:docMk/>
            <pc:sldMk cId="3935030741" sldId="310"/>
            <ac:spMk id="107" creationId="{9B129DDD-23E8-DE70-51C8-4805CE51FCC7}"/>
          </ac:spMkLst>
        </pc:spChg>
      </pc:sldChg>
      <pc:sldChg chg="modSp add mod">
        <pc:chgData name="Mansour Mones" userId="5b920a845ba829ff" providerId="LiveId" clId="{5AA07053-2EB2-4C55-8E11-63DABD449356}" dt="2026-04-22T15:34:54.839" v="213" actId="122"/>
        <pc:sldMkLst>
          <pc:docMk/>
          <pc:sldMk cId="1191826226" sldId="311"/>
        </pc:sldMkLst>
        <pc:spChg chg="mod">
          <ac:chgData name="Mansour Mones" userId="5b920a845ba829ff" providerId="LiveId" clId="{5AA07053-2EB2-4C55-8E11-63DABD449356}" dt="2026-04-22T15:34:54.839" v="213" actId="122"/>
          <ac:spMkLst>
            <pc:docMk/>
            <pc:sldMk cId="1191826226" sldId="311"/>
            <ac:spMk id="107" creationId="{4802800C-1346-E5E1-BF0C-CD1E2531B833}"/>
          </ac:spMkLst>
        </pc:spChg>
      </pc:sldChg>
      <pc:sldChg chg="modSp add mod">
        <pc:chgData name="Mansour Mones" userId="5b920a845ba829ff" providerId="LiveId" clId="{5AA07053-2EB2-4C55-8E11-63DABD449356}" dt="2026-04-22T15:35:18.718" v="217" actId="122"/>
        <pc:sldMkLst>
          <pc:docMk/>
          <pc:sldMk cId="594389559" sldId="312"/>
        </pc:sldMkLst>
        <pc:spChg chg="mod">
          <ac:chgData name="Mansour Mones" userId="5b920a845ba829ff" providerId="LiveId" clId="{5AA07053-2EB2-4C55-8E11-63DABD449356}" dt="2026-04-22T15:35:18.718" v="217" actId="122"/>
          <ac:spMkLst>
            <pc:docMk/>
            <pc:sldMk cId="594389559" sldId="312"/>
            <ac:spMk id="107" creationId="{CFB7AD74-C6CE-2427-6B39-AE892B8CB9AB}"/>
          </ac:spMkLst>
        </pc:spChg>
      </pc:sldChg>
      <pc:sldChg chg="modSp add mod">
        <pc:chgData name="Mansour Mones" userId="5b920a845ba829ff" providerId="LiveId" clId="{5AA07053-2EB2-4C55-8E11-63DABD449356}" dt="2026-04-22T15:35:41.569" v="222" actId="122"/>
        <pc:sldMkLst>
          <pc:docMk/>
          <pc:sldMk cId="1849686192" sldId="313"/>
        </pc:sldMkLst>
        <pc:spChg chg="mod">
          <ac:chgData name="Mansour Mones" userId="5b920a845ba829ff" providerId="LiveId" clId="{5AA07053-2EB2-4C55-8E11-63DABD449356}" dt="2026-04-22T15:35:41.569" v="222" actId="122"/>
          <ac:spMkLst>
            <pc:docMk/>
            <pc:sldMk cId="1849686192" sldId="313"/>
            <ac:spMk id="107" creationId="{DAA1A21E-F9B6-B52A-3011-B2EFEC909265}"/>
          </ac:spMkLst>
        </pc:spChg>
      </pc:sldChg>
      <pc:sldChg chg="modSp add mod">
        <pc:chgData name="Mansour Mones" userId="5b920a845ba829ff" providerId="LiveId" clId="{5AA07053-2EB2-4C55-8E11-63DABD449356}" dt="2026-04-22T15:36:00.650" v="225" actId="122"/>
        <pc:sldMkLst>
          <pc:docMk/>
          <pc:sldMk cId="3795704690" sldId="314"/>
        </pc:sldMkLst>
        <pc:spChg chg="mod">
          <ac:chgData name="Mansour Mones" userId="5b920a845ba829ff" providerId="LiveId" clId="{5AA07053-2EB2-4C55-8E11-63DABD449356}" dt="2026-04-22T15:36:00.650" v="225" actId="122"/>
          <ac:spMkLst>
            <pc:docMk/>
            <pc:sldMk cId="3795704690" sldId="314"/>
            <ac:spMk id="107" creationId="{F01AA0B8-BF6B-EE78-67AC-9041034CF0D3}"/>
          </ac:spMkLst>
        </pc:spChg>
      </pc:sldChg>
      <pc:sldChg chg="add del">
        <pc:chgData name="Mansour Mones" userId="5b920a845ba829ff" providerId="LiveId" clId="{5AA07053-2EB2-4C55-8E11-63DABD449356}" dt="2026-04-22T16:52:59.342" v="441" actId="47"/>
        <pc:sldMkLst>
          <pc:docMk/>
          <pc:sldMk cId="2823946544" sldId="315"/>
        </pc:sldMkLst>
      </pc:sldChg>
      <pc:sldChg chg="modSp add mod">
        <pc:chgData name="Mansour Mones" userId="5b920a845ba829ff" providerId="LiveId" clId="{5AA07053-2EB2-4C55-8E11-63DABD449356}" dt="2026-04-22T16:53:36.220" v="445" actId="1076"/>
        <pc:sldMkLst>
          <pc:docMk/>
          <pc:sldMk cId="379284740" sldId="316"/>
        </pc:sldMkLst>
        <pc:spChg chg="mod">
          <ac:chgData name="Mansour Mones" userId="5b920a845ba829ff" providerId="LiveId" clId="{5AA07053-2EB2-4C55-8E11-63DABD449356}" dt="2026-04-22T16:53:36.220" v="445" actId="1076"/>
          <ac:spMkLst>
            <pc:docMk/>
            <pc:sldMk cId="379284740" sldId="316"/>
            <ac:spMk id="107" creationId="{266DC2DE-4A59-BF02-DB5C-E6CCC472FC65}"/>
          </ac:spMkLst>
        </pc:spChg>
      </pc:sldChg>
      <pc:sldChg chg="addSp delSp modSp add mod">
        <pc:chgData name="Mansour Mones" userId="5b920a845ba829ff" providerId="LiveId" clId="{5AA07053-2EB2-4C55-8E11-63DABD449356}" dt="2026-04-22T15:39:32.440" v="299" actId="478"/>
        <pc:sldMkLst>
          <pc:docMk/>
          <pc:sldMk cId="3860006260" sldId="317"/>
        </pc:sldMkLst>
        <pc:spChg chg="mod">
          <ac:chgData name="Mansour Mones" userId="5b920a845ba829ff" providerId="LiveId" clId="{5AA07053-2EB2-4C55-8E11-63DABD449356}" dt="2026-04-22T15:36:42.793" v="234" actId="122"/>
          <ac:spMkLst>
            <pc:docMk/>
            <pc:sldMk cId="3860006260" sldId="317"/>
            <ac:spMk id="107" creationId="{28B2939D-F461-D9D5-4000-6CBAFEF395E9}"/>
          </ac:spMkLst>
        </pc:spChg>
        <pc:picChg chg="add del mod">
          <ac:chgData name="Mansour Mones" userId="5b920a845ba829ff" providerId="LiveId" clId="{5AA07053-2EB2-4C55-8E11-63DABD449356}" dt="2026-04-22T15:39:32.440" v="299" actId="478"/>
          <ac:picMkLst>
            <pc:docMk/>
            <pc:sldMk cId="3860006260" sldId="317"/>
            <ac:picMk id="2" creationId="{2E7FD0D7-7F2D-91FA-6408-3AE34B310FAA}"/>
          </ac:picMkLst>
        </pc:picChg>
      </pc:sldChg>
      <pc:sldChg chg="addSp delSp modSp add mod">
        <pc:chgData name="Mansour Mones" userId="5b920a845ba829ff" providerId="LiveId" clId="{5AA07053-2EB2-4C55-8E11-63DABD449356}" dt="2026-04-22T16:41:14.522" v="346" actId="478"/>
        <pc:sldMkLst>
          <pc:docMk/>
          <pc:sldMk cId="434084533" sldId="318"/>
        </pc:sldMkLst>
        <pc:spChg chg="mod">
          <ac:chgData name="Mansour Mones" userId="5b920a845ba829ff" providerId="LiveId" clId="{5AA07053-2EB2-4C55-8E11-63DABD449356}" dt="2026-04-22T16:38:19.227" v="320" actId="1076"/>
          <ac:spMkLst>
            <pc:docMk/>
            <pc:sldMk cId="434084533" sldId="318"/>
            <ac:spMk id="2" creationId="{82F70AA1-0E88-5533-9CEF-4879569572B3}"/>
          </ac:spMkLst>
        </pc:spChg>
        <pc:spChg chg="add del">
          <ac:chgData name="Mansour Mones" userId="5b920a845ba829ff" providerId="LiveId" clId="{5AA07053-2EB2-4C55-8E11-63DABD449356}" dt="2026-04-22T16:37:58.129" v="316"/>
          <ac:spMkLst>
            <pc:docMk/>
            <pc:sldMk cId="434084533" sldId="318"/>
            <ac:spMk id="3" creationId="{A56EDF3D-AE0D-0122-AC31-D2E0F4308AFB}"/>
          </ac:spMkLst>
        </pc:spChg>
        <pc:spChg chg="del mod">
          <ac:chgData name="Mansour Mones" userId="5b920a845ba829ff" providerId="LiveId" clId="{5AA07053-2EB2-4C55-8E11-63DABD449356}" dt="2026-04-22T16:41:14.522" v="346" actId="478"/>
          <ac:spMkLst>
            <pc:docMk/>
            <pc:sldMk cId="434084533" sldId="318"/>
            <ac:spMk id="4" creationId="{49727700-92B7-F444-5604-D50C497465C4}"/>
          </ac:spMkLst>
        </pc:spChg>
        <pc:spChg chg="add mod">
          <ac:chgData name="Mansour Mones" userId="5b920a845ba829ff" providerId="LiveId" clId="{5AA07053-2EB2-4C55-8E11-63DABD449356}" dt="2026-04-22T16:37:53.255" v="315"/>
          <ac:spMkLst>
            <pc:docMk/>
            <pc:sldMk cId="434084533" sldId="318"/>
            <ac:spMk id="5" creationId="{7A9C2540-A165-AC15-7BED-8B09A12F7A70}"/>
          </ac:spMkLst>
        </pc:spChg>
        <pc:spChg chg="add mod">
          <ac:chgData name="Mansour Mones" userId="5b920a845ba829ff" providerId="LiveId" clId="{5AA07053-2EB2-4C55-8E11-63DABD449356}" dt="2026-04-22T16:40:07.790" v="326" actId="5793"/>
          <ac:spMkLst>
            <pc:docMk/>
            <pc:sldMk cId="434084533" sldId="318"/>
            <ac:spMk id="6" creationId="{DA04A5A2-1410-A87C-A0F5-BD30E1B4B2C8}"/>
          </ac:spMkLst>
        </pc:spChg>
      </pc:sldChg>
      <pc:sldChg chg="addSp delSp modSp add mod ord">
        <pc:chgData name="Mansour Mones" userId="5b920a845ba829ff" providerId="LiveId" clId="{5AA07053-2EB2-4C55-8E11-63DABD449356}" dt="2026-04-22T16:47:31.374" v="395" actId="20577"/>
        <pc:sldMkLst>
          <pc:docMk/>
          <pc:sldMk cId="3934365618" sldId="319"/>
        </pc:sldMkLst>
        <pc:spChg chg="mod">
          <ac:chgData name="Mansour Mones" userId="5b920a845ba829ff" providerId="LiveId" clId="{5AA07053-2EB2-4C55-8E11-63DABD449356}" dt="2026-04-22T16:46:12.718" v="368" actId="113"/>
          <ac:spMkLst>
            <pc:docMk/>
            <pc:sldMk cId="3934365618" sldId="319"/>
            <ac:spMk id="2" creationId="{A5BFE40C-53A4-0AC5-00CB-E6654231FAE1}"/>
          </ac:spMkLst>
        </pc:spChg>
        <pc:spChg chg="del">
          <ac:chgData name="Mansour Mones" userId="5b920a845ba829ff" providerId="LiveId" clId="{5AA07053-2EB2-4C55-8E11-63DABD449356}" dt="2026-04-22T16:46:43.774" v="369"/>
          <ac:spMkLst>
            <pc:docMk/>
            <pc:sldMk cId="3934365618" sldId="319"/>
            <ac:spMk id="3" creationId="{F890E682-6645-FDD2-1A12-58B1641CA29C}"/>
          </ac:spMkLst>
        </pc:spChg>
        <pc:spChg chg="del">
          <ac:chgData name="Mansour Mones" userId="5b920a845ba829ff" providerId="LiveId" clId="{5AA07053-2EB2-4C55-8E11-63DABD449356}" dt="2026-04-22T16:45:57.962" v="363" actId="478"/>
          <ac:spMkLst>
            <pc:docMk/>
            <pc:sldMk cId="3934365618" sldId="319"/>
            <ac:spMk id="4" creationId="{94340A53-0165-9E0D-CD5C-6D80D21F8997}"/>
          </ac:spMkLst>
        </pc:spChg>
        <pc:spChg chg="add mod">
          <ac:chgData name="Mansour Mones" userId="5b920a845ba829ff" providerId="LiveId" clId="{5AA07053-2EB2-4C55-8E11-63DABD449356}" dt="2026-04-22T16:47:31.374" v="395" actId="20577"/>
          <ac:spMkLst>
            <pc:docMk/>
            <pc:sldMk cId="3934365618" sldId="319"/>
            <ac:spMk id="5" creationId="{285E9C9A-6704-B5C2-28C9-97CE28E772B8}"/>
          </ac:spMkLst>
        </pc:spChg>
      </pc:sldChg>
      <pc:sldChg chg="addSp delSp modSp add mod ord">
        <pc:chgData name="Mansour Mones" userId="5b920a845ba829ff" providerId="LiveId" clId="{5AA07053-2EB2-4C55-8E11-63DABD449356}" dt="2026-04-22T16:49:52.984" v="417" actId="1076"/>
        <pc:sldMkLst>
          <pc:docMk/>
          <pc:sldMk cId="1710470587" sldId="320"/>
        </pc:sldMkLst>
        <pc:spChg chg="mod">
          <ac:chgData name="Mansour Mones" userId="5b920a845ba829ff" providerId="LiveId" clId="{5AA07053-2EB2-4C55-8E11-63DABD449356}" dt="2026-04-22T16:49:52.984" v="417" actId="1076"/>
          <ac:spMkLst>
            <pc:docMk/>
            <pc:sldMk cId="1710470587" sldId="320"/>
            <ac:spMk id="2" creationId="{7EBD52D8-6F77-20E0-CE95-3FB0FC4DE858}"/>
          </ac:spMkLst>
        </pc:spChg>
        <pc:spChg chg="add del">
          <ac:chgData name="Mansour Mones" userId="5b920a845ba829ff" providerId="LiveId" clId="{5AA07053-2EB2-4C55-8E11-63DABD449356}" dt="2026-04-22T16:49:20.515" v="404"/>
          <ac:spMkLst>
            <pc:docMk/>
            <pc:sldMk cId="1710470587" sldId="320"/>
            <ac:spMk id="3" creationId="{970D21BF-E32B-2596-1A64-CBEC06DD84D6}"/>
          </ac:spMkLst>
        </pc:spChg>
        <pc:spChg chg="del">
          <ac:chgData name="Mansour Mones" userId="5b920a845ba829ff" providerId="LiveId" clId="{5AA07053-2EB2-4C55-8E11-63DABD449356}" dt="2026-04-22T16:48:31.794" v="402" actId="478"/>
          <ac:spMkLst>
            <pc:docMk/>
            <pc:sldMk cId="1710470587" sldId="320"/>
            <ac:spMk id="4" creationId="{87C3CA6B-556A-0DCA-C719-2D296F69BC01}"/>
          </ac:spMkLst>
        </pc:spChg>
        <pc:spChg chg="add mod">
          <ac:chgData name="Mansour Mones" userId="5b920a845ba829ff" providerId="LiveId" clId="{5AA07053-2EB2-4C55-8E11-63DABD449356}" dt="2026-04-22T16:47:55.826" v="397"/>
          <ac:spMkLst>
            <pc:docMk/>
            <pc:sldMk cId="1710470587" sldId="320"/>
            <ac:spMk id="5" creationId="{58A47EA5-4D27-60B4-A31F-3414DD40F753}"/>
          </ac:spMkLst>
        </pc:spChg>
        <pc:spChg chg="add mod">
          <ac:chgData name="Mansour Mones" userId="5b920a845ba829ff" providerId="LiveId" clId="{5AA07053-2EB2-4C55-8E11-63DABD449356}" dt="2026-04-22T16:49:51.080" v="416" actId="1076"/>
          <ac:spMkLst>
            <pc:docMk/>
            <pc:sldMk cId="1710470587" sldId="320"/>
            <ac:spMk id="6" creationId="{6B7D73A8-B90D-39D8-A492-AF92124324FD}"/>
          </ac:spMkLst>
        </pc:spChg>
      </pc:sldChg>
      <pc:sldChg chg="addSp delSp modSp add mod ord">
        <pc:chgData name="Mansour Mones" userId="5b920a845ba829ff" providerId="LiveId" clId="{5AA07053-2EB2-4C55-8E11-63DABD449356}" dt="2026-04-22T16:52:17.100" v="433" actId="1076"/>
        <pc:sldMkLst>
          <pc:docMk/>
          <pc:sldMk cId="459542224" sldId="321"/>
        </pc:sldMkLst>
        <pc:spChg chg="mod">
          <ac:chgData name="Mansour Mones" userId="5b920a845ba829ff" providerId="LiveId" clId="{5AA07053-2EB2-4C55-8E11-63DABD449356}" dt="2026-04-22T16:52:13.689" v="432" actId="1076"/>
          <ac:spMkLst>
            <pc:docMk/>
            <pc:sldMk cId="459542224" sldId="321"/>
            <ac:spMk id="2" creationId="{241CC22B-ED24-3CF4-9FB5-25719A39B986}"/>
          </ac:spMkLst>
        </pc:spChg>
        <pc:spChg chg="del">
          <ac:chgData name="Mansour Mones" userId="5b920a845ba829ff" providerId="LiveId" clId="{5AA07053-2EB2-4C55-8E11-63DABD449356}" dt="2026-04-22T16:51:42.749" v="418"/>
          <ac:spMkLst>
            <pc:docMk/>
            <pc:sldMk cId="459542224" sldId="321"/>
            <ac:spMk id="3" creationId="{B171EEAE-EFC2-6BD9-CF9A-5B3A67301711}"/>
          </ac:spMkLst>
        </pc:spChg>
        <pc:spChg chg="del">
          <ac:chgData name="Mansour Mones" userId="5b920a845ba829ff" providerId="LiveId" clId="{5AA07053-2EB2-4C55-8E11-63DABD449356}" dt="2026-04-22T16:52:11.116" v="431" actId="478"/>
          <ac:spMkLst>
            <pc:docMk/>
            <pc:sldMk cId="459542224" sldId="321"/>
            <ac:spMk id="4" creationId="{93218157-4373-7989-4727-27E868D3E262}"/>
          </ac:spMkLst>
        </pc:spChg>
        <pc:spChg chg="add mod">
          <ac:chgData name="Mansour Mones" userId="5b920a845ba829ff" providerId="LiveId" clId="{5AA07053-2EB2-4C55-8E11-63DABD449356}" dt="2026-04-22T16:52:17.100" v="433" actId="1076"/>
          <ac:spMkLst>
            <pc:docMk/>
            <pc:sldMk cId="459542224" sldId="321"/>
            <ac:spMk id="5" creationId="{5883405B-FE35-D2D1-2FE4-CC9A44B52C89}"/>
          </ac:spMkLst>
        </pc:spChg>
      </pc:sldChg>
      <pc:sldChg chg="addSp delSp modSp add mod ord">
        <pc:chgData name="Mansour Mones" userId="5b920a845ba829ff" providerId="LiveId" clId="{5AA07053-2EB2-4C55-8E11-63DABD449356}" dt="2026-04-23T17:02:09.661" v="551" actId="478"/>
        <pc:sldMkLst>
          <pc:docMk/>
          <pc:sldMk cId="4201225732" sldId="322"/>
        </pc:sldMkLst>
        <pc:spChg chg="mod">
          <ac:chgData name="Mansour Mones" userId="5b920a845ba829ff" providerId="LiveId" clId="{5AA07053-2EB2-4C55-8E11-63DABD449356}" dt="2026-04-22T16:52:40.160" v="439" actId="113"/>
          <ac:spMkLst>
            <pc:docMk/>
            <pc:sldMk cId="4201225732" sldId="322"/>
            <ac:spMk id="2" creationId="{127AEF2E-93FF-2965-E768-AA17BD603D4E}"/>
          </ac:spMkLst>
        </pc:spChg>
        <pc:spChg chg="del mod">
          <ac:chgData name="Mansour Mones" userId="5b920a845ba829ff" providerId="LiveId" clId="{5AA07053-2EB2-4C55-8E11-63DABD449356}" dt="2026-04-23T17:00:05.632" v="496" actId="478"/>
          <ac:spMkLst>
            <pc:docMk/>
            <pc:sldMk cId="4201225732" sldId="322"/>
            <ac:spMk id="3" creationId="{51415152-86F9-3E1A-A863-5FAAD8C9DD1E}"/>
          </ac:spMkLst>
        </pc:spChg>
        <pc:spChg chg="del">
          <ac:chgData name="Mansour Mones" userId="5b920a845ba829ff" providerId="LiveId" clId="{5AA07053-2EB2-4C55-8E11-63DABD449356}" dt="2026-04-22T16:52:41.942" v="440" actId="478"/>
          <ac:spMkLst>
            <pc:docMk/>
            <pc:sldMk cId="4201225732" sldId="322"/>
            <ac:spMk id="4" creationId="{2FA27410-2A42-04FF-AE90-D58AB6D38211}"/>
          </ac:spMkLst>
        </pc:spChg>
        <pc:spChg chg="add">
          <ac:chgData name="Mansour Mones" userId="5b920a845ba829ff" providerId="LiveId" clId="{5AA07053-2EB2-4C55-8E11-63DABD449356}" dt="2026-04-23T16:59:38.213" v="485"/>
          <ac:spMkLst>
            <pc:docMk/>
            <pc:sldMk cId="4201225732" sldId="322"/>
            <ac:spMk id="4" creationId="{DA03FA59-53D5-0525-8AB9-DE09D8D84B0E}"/>
          </ac:spMkLst>
        </pc:spChg>
        <pc:spChg chg="add">
          <ac:chgData name="Mansour Mones" userId="5b920a845ba829ff" providerId="LiveId" clId="{5AA07053-2EB2-4C55-8E11-63DABD449356}" dt="2026-04-23T16:59:38.213" v="485"/>
          <ac:spMkLst>
            <pc:docMk/>
            <pc:sldMk cId="4201225732" sldId="322"/>
            <ac:spMk id="5" creationId="{2A0B245A-5F5E-CE35-B7C6-8C38EF0C88F9}"/>
          </ac:spMkLst>
        </pc:spChg>
        <pc:spChg chg="add">
          <ac:chgData name="Mansour Mones" userId="5b920a845ba829ff" providerId="LiveId" clId="{5AA07053-2EB2-4C55-8E11-63DABD449356}" dt="2026-04-23T16:59:38.213" v="485"/>
          <ac:spMkLst>
            <pc:docMk/>
            <pc:sldMk cId="4201225732" sldId="322"/>
            <ac:spMk id="6" creationId="{2AE76EE4-02ED-6612-5095-1C76B360D53C}"/>
          </ac:spMkLst>
        </pc:spChg>
        <pc:spChg chg="add">
          <ac:chgData name="Mansour Mones" userId="5b920a845ba829ff" providerId="LiveId" clId="{5AA07053-2EB2-4C55-8E11-63DABD449356}" dt="2026-04-23T16:59:38.213" v="485"/>
          <ac:spMkLst>
            <pc:docMk/>
            <pc:sldMk cId="4201225732" sldId="322"/>
            <ac:spMk id="7" creationId="{9D0F3F16-AB22-D644-2FB5-427F39B38B79}"/>
          </ac:spMkLst>
        </pc:spChg>
        <pc:spChg chg="add">
          <ac:chgData name="Mansour Mones" userId="5b920a845ba829ff" providerId="LiveId" clId="{5AA07053-2EB2-4C55-8E11-63DABD449356}" dt="2026-04-23T16:59:38.213" v="485"/>
          <ac:spMkLst>
            <pc:docMk/>
            <pc:sldMk cId="4201225732" sldId="322"/>
            <ac:spMk id="8" creationId="{6CA97652-8C6B-B098-A77B-A958613D8186}"/>
          </ac:spMkLst>
        </pc:spChg>
        <pc:spChg chg="add mod">
          <ac:chgData name="Mansour Mones" userId="5b920a845ba829ff" providerId="LiveId" clId="{5AA07053-2EB2-4C55-8E11-63DABD449356}" dt="2026-04-23T17:01:05.864" v="520" actId="1076"/>
          <ac:spMkLst>
            <pc:docMk/>
            <pc:sldMk cId="4201225732" sldId="322"/>
            <ac:spMk id="9" creationId="{CCBF6CD3-E1A8-B90A-2522-5FC01F0C2C5B}"/>
          </ac:spMkLst>
        </pc:spChg>
        <pc:spChg chg="add mod">
          <ac:chgData name="Mansour Mones" userId="5b920a845ba829ff" providerId="LiveId" clId="{5AA07053-2EB2-4C55-8E11-63DABD449356}" dt="2026-04-23T17:01:05.864" v="520" actId="1076"/>
          <ac:spMkLst>
            <pc:docMk/>
            <pc:sldMk cId="4201225732" sldId="322"/>
            <ac:spMk id="10" creationId="{AE06ECAA-2031-B8EB-438D-FF99E17DB00B}"/>
          </ac:spMkLst>
        </pc:spChg>
        <pc:spChg chg="add mod">
          <ac:chgData name="Mansour Mones" userId="5b920a845ba829ff" providerId="LiveId" clId="{5AA07053-2EB2-4C55-8E11-63DABD449356}" dt="2026-04-23T17:01:05.864" v="520" actId="1076"/>
          <ac:spMkLst>
            <pc:docMk/>
            <pc:sldMk cId="4201225732" sldId="322"/>
            <ac:spMk id="11" creationId="{74FF9C11-2DF3-1DA4-F477-CA0100D8333A}"/>
          </ac:spMkLst>
        </pc:spChg>
        <pc:spChg chg="add mod">
          <ac:chgData name="Mansour Mones" userId="5b920a845ba829ff" providerId="LiveId" clId="{5AA07053-2EB2-4C55-8E11-63DABD449356}" dt="2026-04-23T17:01:05.864" v="520" actId="1076"/>
          <ac:spMkLst>
            <pc:docMk/>
            <pc:sldMk cId="4201225732" sldId="322"/>
            <ac:spMk id="12" creationId="{417D33D7-AF66-149D-30AD-423236A78E25}"/>
          </ac:spMkLst>
        </pc:spChg>
        <pc:spChg chg="add mod">
          <ac:chgData name="Mansour Mones" userId="5b920a845ba829ff" providerId="LiveId" clId="{5AA07053-2EB2-4C55-8E11-63DABD449356}" dt="2026-04-23T17:01:05.864" v="520" actId="1076"/>
          <ac:spMkLst>
            <pc:docMk/>
            <pc:sldMk cId="4201225732" sldId="322"/>
            <ac:spMk id="13" creationId="{2133C2C8-74C8-D568-6133-1D48773D9366}"/>
          </ac:spMkLst>
        </pc:spChg>
        <pc:picChg chg="add del mod">
          <ac:chgData name="Mansour Mones" userId="5b920a845ba829ff" providerId="LiveId" clId="{5AA07053-2EB2-4C55-8E11-63DABD449356}" dt="2026-04-23T17:00:58.887" v="515" actId="478"/>
          <ac:picMkLst>
            <pc:docMk/>
            <pc:sldMk cId="4201225732" sldId="322"/>
            <ac:picMk id="1025" creationId="{05FA030E-27E7-EFE5-49C3-1F7DE9FA8116}"/>
          </ac:picMkLst>
        </pc:picChg>
        <pc:picChg chg="add del mod">
          <ac:chgData name="Mansour Mones" userId="5b920a845ba829ff" providerId="LiveId" clId="{5AA07053-2EB2-4C55-8E11-63DABD449356}" dt="2026-04-23T17:00:59.344" v="516" actId="478"/>
          <ac:picMkLst>
            <pc:docMk/>
            <pc:sldMk cId="4201225732" sldId="322"/>
            <ac:picMk id="1026" creationId="{BAB9429B-AE54-6109-355D-908F3D82F407}"/>
          </ac:picMkLst>
        </pc:picChg>
        <pc:picChg chg="add del mod">
          <ac:chgData name="Mansour Mones" userId="5b920a845ba829ff" providerId="LiveId" clId="{5AA07053-2EB2-4C55-8E11-63DABD449356}" dt="2026-04-23T17:01:00.426" v="517" actId="478"/>
          <ac:picMkLst>
            <pc:docMk/>
            <pc:sldMk cId="4201225732" sldId="322"/>
            <ac:picMk id="1027" creationId="{28853697-2CB0-3505-D34A-84314029F26A}"/>
          </ac:picMkLst>
        </pc:picChg>
        <pc:picChg chg="add del mod">
          <ac:chgData name="Mansour Mones" userId="5b920a845ba829ff" providerId="LiveId" clId="{5AA07053-2EB2-4C55-8E11-63DABD449356}" dt="2026-04-23T17:01:01.015" v="518" actId="478"/>
          <ac:picMkLst>
            <pc:docMk/>
            <pc:sldMk cId="4201225732" sldId="322"/>
            <ac:picMk id="1028" creationId="{5DFF6095-D322-24B1-6317-13FCA49C1BA6}"/>
          </ac:picMkLst>
        </pc:picChg>
        <pc:picChg chg="add mod">
          <ac:chgData name="Mansour Mones" userId="5b920a845ba829ff" providerId="LiveId" clId="{5AA07053-2EB2-4C55-8E11-63DABD449356}" dt="2026-04-23T17:01:26.654" v="528" actId="1076"/>
          <ac:picMkLst>
            <pc:docMk/>
            <pc:sldMk cId="4201225732" sldId="322"/>
            <ac:picMk id="1034" creationId="{8DFC1ADF-C1EA-369A-64E0-463164FFB06D}"/>
          </ac:picMkLst>
        </pc:picChg>
        <pc:picChg chg="add mod">
          <ac:chgData name="Mansour Mones" userId="5b920a845ba829ff" providerId="LiveId" clId="{5AA07053-2EB2-4C55-8E11-63DABD449356}" dt="2026-04-23T17:02:09.209" v="550" actId="1076"/>
          <ac:picMkLst>
            <pc:docMk/>
            <pc:sldMk cId="4201225732" sldId="322"/>
            <ac:picMk id="1035" creationId="{5F7BFDA9-4B3E-5D4B-08B4-11A28C78D960}"/>
          </ac:picMkLst>
        </pc:picChg>
        <pc:picChg chg="add del mod">
          <ac:chgData name="Mansour Mones" userId="5b920a845ba829ff" providerId="LiveId" clId="{5AA07053-2EB2-4C55-8E11-63DABD449356}" dt="2026-04-23T17:02:09.661" v="551" actId="478"/>
          <ac:picMkLst>
            <pc:docMk/>
            <pc:sldMk cId="4201225732" sldId="322"/>
            <ac:picMk id="1036" creationId="{267CFBBC-E250-6544-0F8F-AB13D251F859}"/>
          </ac:picMkLst>
        </pc:picChg>
        <pc:picChg chg="add mod">
          <ac:chgData name="Mansour Mones" userId="5b920a845ba829ff" providerId="LiveId" clId="{5AA07053-2EB2-4C55-8E11-63DABD449356}" dt="2026-04-23T17:01:49.890" v="543" actId="1076"/>
          <ac:picMkLst>
            <pc:docMk/>
            <pc:sldMk cId="4201225732" sldId="322"/>
            <ac:picMk id="1037" creationId="{D6F98180-663F-B0F3-5105-48DA35F810FD}"/>
          </ac:picMkLst>
        </pc:picChg>
      </pc:sldChg>
      <pc:sldChg chg="add del ord">
        <pc:chgData name="Mansour Mones" userId="5b920a845ba829ff" providerId="LiveId" clId="{5AA07053-2EB2-4C55-8E11-63DABD449356}" dt="2026-04-22T16:53:01.044" v="442" actId="47"/>
        <pc:sldMkLst>
          <pc:docMk/>
          <pc:sldMk cId="779705419" sldId="323"/>
        </pc:sldMkLst>
      </pc:sldChg>
      <pc:sldChg chg="addSp delSp modSp add mod ord">
        <pc:chgData name="Mansour Mones" userId="5b920a845ba829ff" providerId="LiveId" clId="{5AA07053-2EB2-4C55-8E11-63DABD449356}" dt="2026-04-22T16:55:25.496" v="465" actId="20577"/>
        <pc:sldMkLst>
          <pc:docMk/>
          <pc:sldMk cId="317985652" sldId="324"/>
        </pc:sldMkLst>
        <pc:spChg chg="mod">
          <ac:chgData name="Mansour Mones" userId="5b920a845ba829ff" providerId="LiveId" clId="{5AA07053-2EB2-4C55-8E11-63DABD449356}" dt="2026-04-22T16:54:06.389" v="456" actId="113"/>
          <ac:spMkLst>
            <pc:docMk/>
            <pc:sldMk cId="317985652" sldId="324"/>
            <ac:spMk id="2" creationId="{C66BDEA1-543C-AA42-D71A-B11D1B68E1EB}"/>
          </ac:spMkLst>
        </pc:spChg>
        <pc:spChg chg="del">
          <ac:chgData name="Mansour Mones" userId="5b920a845ba829ff" providerId="LiveId" clId="{5AA07053-2EB2-4C55-8E11-63DABD449356}" dt="2026-04-22T16:55:01.994" v="457"/>
          <ac:spMkLst>
            <pc:docMk/>
            <pc:sldMk cId="317985652" sldId="324"/>
            <ac:spMk id="3" creationId="{8D792055-A913-7A07-CBD9-64E6986AF367}"/>
          </ac:spMkLst>
        </pc:spChg>
        <pc:spChg chg="del">
          <ac:chgData name="Mansour Mones" userId="5b920a845ba829ff" providerId="LiveId" clId="{5AA07053-2EB2-4C55-8E11-63DABD449356}" dt="2026-04-22T16:53:58.308" v="451" actId="478"/>
          <ac:spMkLst>
            <pc:docMk/>
            <pc:sldMk cId="317985652" sldId="324"/>
            <ac:spMk id="4" creationId="{3C6806EA-D1D4-8E0D-0135-DC6CA8924824}"/>
          </ac:spMkLst>
        </pc:spChg>
        <pc:spChg chg="add mod">
          <ac:chgData name="Mansour Mones" userId="5b920a845ba829ff" providerId="LiveId" clId="{5AA07053-2EB2-4C55-8E11-63DABD449356}" dt="2026-04-22T16:55:25.496" v="465" actId="20577"/>
          <ac:spMkLst>
            <pc:docMk/>
            <pc:sldMk cId="317985652" sldId="324"/>
            <ac:spMk id="5" creationId="{7E9F1AE9-66B7-D919-7A3A-D599819714FC}"/>
          </ac:spMkLst>
        </pc:spChg>
      </pc:sldChg>
      <pc:sldChg chg="addSp delSp modSp add mod ord">
        <pc:chgData name="Mansour Mones" userId="5b920a845ba829ff" providerId="LiveId" clId="{5AA07053-2EB2-4C55-8E11-63DABD449356}" dt="2026-04-22T16:56:40.582" v="484" actId="1076"/>
        <pc:sldMkLst>
          <pc:docMk/>
          <pc:sldMk cId="318434016" sldId="325"/>
        </pc:sldMkLst>
        <pc:spChg chg="mod">
          <ac:chgData name="Mansour Mones" userId="5b920a845ba829ff" providerId="LiveId" clId="{5AA07053-2EB2-4C55-8E11-63DABD449356}" dt="2026-04-22T16:56:38.663" v="483" actId="1076"/>
          <ac:spMkLst>
            <pc:docMk/>
            <pc:sldMk cId="318434016" sldId="325"/>
            <ac:spMk id="2" creationId="{34B48A5E-C0A1-405D-0F50-80BB45464080}"/>
          </ac:spMkLst>
        </pc:spChg>
        <pc:spChg chg="del">
          <ac:chgData name="Mansour Mones" userId="5b920a845ba829ff" providerId="LiveId" clId="{5AA07053-2EB2-4C55-8E11-63DABD449356}" dt="2026-04-22T16:55:50.668" v="466"/>
          <ac:spMkLst>
            <pc:docMk/>
            <pc:sldMk cId="318434016" sldId="325"/>
            <ac:spMk id="3" creationId="{7C397D1D-F41B-9B72-E6EA-E45C376D195E}"/>
          </ac:spMkLst>
        </pc:spChg>
        <pc:spChg chg="del mod">
          <ac:chgData name="Mansour Mones" userId="5b920a845ba829ff" providerId="LiveId" clId="{5AA07053-2EB2-4C55-8E11-63DABD449356}" dt="2026-04-22T16:56:31.191" v="481" actId="478"/>
          <ac:spMkLst>
            <pc:docMk/>
            <pc:sldMk cId="318434016" sldId="325"/>
            <ac:spMk id="4" creationId="{3CB3B524-9B84-D6C2-DDF9-BF60303B6E37}"/>
          </ac:spMkLst>
        </pc:spChg>
        <pc:spChg chg="add mod">
          <ac:chgData name="Mansour Mones" userId="5b920a845ba829ff" providerId="LiveId" clId="{5AA07053-2EB2-4C55-8E11-63DABD449356}" dt="2026-04-22T16:56:40.582" v="484" actId="1076"/>
          <ac:spMkLst>
            <pc:docMk/>
            <pc:sldMk cId="318434016" sldId="325"/>
            <ac:spMk id="5" creationId="{574D5259-70CE-8233-E2F3-80F1EF6D0981}"/>
          </ac:spMkLst>
        </pc:spChg>
      </pc:sldChg>
      <pc:sldChg chg="modSp add ord">
        <pc:chgData name="Mansour Mones" userId="5b920a845ba829ff" providerId="LiveId" clId="{5AA07053-2EB2-4C55-8E11-63DABD449356}" dt="2026-04-23T17:00:47.178" v="514"/>
        <pc:sldMkLst>
          <pc:docMk/>
          <pc:sldMk cId="3581893035" sldId="326"/>
        </pc:sldMkLst>
        <pc:picChg chg="mod">
          <ac:chgData name="Mansour Mones" userId="5b920a845ba829ff" providerId="LiveId" clId="{5AA07053-2EB2-4C55-8E11-63DABD449356}" dt="2026-04-23T17:00:42.786" v="512" actId="1076"/>
          <ac:picMkLst>
            <pc:docMk/>
            <pc:sldMk cId="3581893035" sldId="326"/>
            <ac:picMk id="1025" creationId="{7428185C-358E-8D91-7E1E-DD04FB8A36AF}"/>
          </ac:picMkLst>
        </pc:picChg>
        <pc:picChg chg="mod">
          <ac:chgData name="Mansour Mones" userId="5b920a845ba829ff" providerId="LiveId" clId="{5AA07053-2EB2-4C55-8E11-63DABD449356}" dt="2026-04-23T17:00:39.012" v="511" actId="1076"/>
          <ac:picMkLst>
            <pc:docMk/>
            <pc:sldMk cId="3581893035" sldId="326"/>
            <ac:picMk id="1026" creationId="{80E7F113-02E6-388F-EF36-682244CEE817}"/>
          </ac:picMkLst>
        </pc:picChg>
        <pc:picChg chg="mod">
          <ac:chgData name="Mansour Mones" userId="5b920a845ba829ff" providerId="LiveId" clId="{5AA07053-2EB2-4C55-8E11-63DABD449356}" dt="2026-04-23T17:00:34.529" v="509" actId="1076"/>
          <ac:picMkLst>
            <pc:docMk/>
            <pc:sldMk cId="3581893035" sldId="326"/>
            <ac:picMk id="1027" creationId="{C460820B-D6F7-BD42-4413-EDE139019007}"/>
          </ac:picMkLst>
        </pc:picChg>
        <pc:picChg chg="mod">
          <ac:chgData name="Mansour Mones" userId="5b920a845ba829ff" providerId="LiveId" clId="{5AA07053-2EB2-4C55-8E11-63DABD449356}" dt="2026-04-23T17:00:36.523" v="510" actId="1076"/>
          <ac:picMkLst>
            <pc:docMk/>
            <pc:sldMk cId="3581893035" sldId="326"/>
            <ac:picMk id="1028" creationId="{8B975B50-0224-94FD-0860-8F13F4F51EE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62626"/>
                </a:solidFill>
                <a:latin typeface="Calibri"/>
              </a:rPr>
              <a:t>Grading time (seconds) by number of answers</a:t>
            </a:r>
          </a:p>
        </c:rich>
      </c:tx>
      <c:layout/>
      <c:overlay val="0"/>
    </c:title>
    <c:autoTitleDeleted val="0"/>
    <c:plotArea>
      <c:barChart>
        <c:barDir val="col"/>
        <c:grouping val="clustered"/>
        <c:ser>
          <c:idx val="0"/>
          <c:order val="0"/>
          <c:tx>
            <c:strRef>
              <c:f>Sheet1!$B$1</c:f>
              <c:strCache>
                <c:ptCount val="1"/>
                <c:pt idx="0">
                  <c:v>Seconds</c:v>
                </c:pt>
              </c:strCache>
            </c:strRef>
          </c:tx>
          <c:spPr>
            <a:solidFill>
              <a:srgbClr val="7030A0"/>
            </a:solidFill>
          </c:spPr>
          <c:cat>
            <c:strRef>
              <c:f>Sheet1!$A$2:$A$5</c:f>
              <c:strCache>
                <c:ptCount val="4"/>
                <c:pt idx="0">
                  <c:v>10</c:v>
                </c:pt>
                <c:pt idx="1">
                  <c:v>50</c:v>
                </c:pt>
                <c:pt idx="2">
                  <c:v>100</c:v>
                </c:pt>
                <c:pt idx="3">
                  <c:v>200</c:v>
                </c:pt>
              </c:strCache>
            </c:strRef>
          </c:cat>
          <c:val>
            <c:numRef>
              <c:f>Sheet1!$B$2:$B$5</c:f>
              <c:numCache>
                <c:formatCode>General</c:formatCode>
                <c:ptCount val="4"/>
                <c:pt idx="0">
                  <c:v>3.5</c:v>
                </c:pt>
                <c:pt idx="1">
                  <c:v>16.9</c:v>
                </c:pt>
                <c:pt idx="2">
                  <c:v>34.0</c:v>
                </c:pt>
                <c:pt idx="3">
                  <c:v>74.6</c:v>
                </c:pt>
              </c:numCache>
            </c:numRef>
          </c:val>
        </c:ser>
        <c:dLbls>
          <c:numFmt formatCode="0.0&quot; s&quot;" sourceLinked="0"/>
          <c:txPr>
            <a:bodyPr/>
            <a:lstStyle/>
            <a:p>
              <a:pPr>
                <a:defRPr sz="1200">
                  <a:solidFill>
                    <a:srgbClr val="262626"/>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595959"/>
                </a:solidFill>
              </a:defRPr>
            </a:pPr>
          </a:p>
        </c:txPr>
        <c:crossAx val="-2113994440"/>
        <c:crosses val="autoZero"/>
        <c:auto val="1"/>
        <c:lblAlgn val="ctr"/>
        <c:lblOffset val="100"/>
        <c:noMultiLvlLbl val="0"/>
      </c:catAx>
      <c:valAx>
        <c:axId val="-2113994440"/>
        <c:scaling/>
        <c:delete val="0"/>
        <c:axPos val="l"/>
        <c:majorGridlines>
          <c:spPr>
            <a:ln>
              <a:solidFill>
                <a:srgbClr val="E0E0E0"/>
              </a:solidFill>
            </a:ln>
          </c:spPr>
        </c:majorGridlines>
        <c:majorTickMark val="out"/>
        <c:minorTickMark val="none"/>
        <c:tickLblPos val="nextTo"/>
        <c:spPr>
          <a:ln>
            <a:noFill/>
          </a:ln>
        </c:spPr>
        <c:txPr>
          <a:bodyPr/>
          <a:lstStyle/>
          <a:p>
            <a:pPr>
              <a:defRPr sz="110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meeting with Dr. Saeed AlQarni, 28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Qayyem grades short Arabic answers with a large language model and returns a preliminary score plus formal Arabic feedback for each student.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is short-answer Arabic text. The AI suggests; the instructor decides. The objectives are the ones from Phase 1; the next slides show which are now measured.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path if asked: sign in, upload sample_responses.csv, watch progress, open results, download Excel. Batching 10 answers per call is what keeps us inside the free tier and fast enough. The validation step guards against the model attributing one student's grade to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27 Oct 2026 on the real pipeline with Gemini flash-lite (free tier), batch size 10. Three runs at 100 answers gave 37.3, 34.0 and 33.1 seconds. Script: SOURCE/benchmark/benchmark.py; results JSON in SOURCE/benchmark/results.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limitation we found by measuring, not assuming. It becomes part of the accuracy work in Weeks 11 and 12: compare against two human markers, then fix and re-measure.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about the slip: the system and the measurable targets are done; the evidence work (accuracy, usability) and the report are what remain.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item is a GitHub issue with one owner. We send a written update every Thursday before the weekly follow-up. Full draft reaches the supervisor on 19 November.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these three decisions; they unblock Week 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83BCE-F9F0-46B2-82BA-89D6978EE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1B513A-FFEA-4DB1-A30B-883FA4DF6F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4548F93-23BA-4A8F-A6BC-4A965ED180EC}"/>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5" name="Footer Placeholder 4">
            <a:extLst>
              <a:ext uri="{FF2B5EF4-FFF2-40B4-BE49-F238E27FC236}">
                <a16:creationId xmlns:a16="http://schemas.microsoft.com/office/drawing/2014/main" id="{51F1E8E0-CD70-4FF8-BE30-B936C58F38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C5DE16-A2D1-4DF1-8D4C-40DF8A947949}"/>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4210489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C0B91-3B1E-4463-BC33-E4907328512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17A90E-D6E3-474C-8102-F51F59EE23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B01D932-121B-4075-9980-58AD405FB6C7}"/>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5" name="Footer Placeholder 4">
            <a:extLst>
              <a:ext uri="{FF2B5EF4-FFF2-40B4-BE49-F238E27FC236}">
                <a16:creationId xmlns:a16="http://schemas.microsoft.com/office/drawing/2014/main" id="{51F40960-FDD6-4089-9EDD-6C43FB135AE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8BFF08-479E-431C-ABBC-E1DA19AE9221}"/>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2151750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FCC4-F4CB-43BC-B091-90311BF902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9DEC31D-115E-4BFB-A885-0CD101FAF1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51E40A-DCCA-4B15-B159-549AD8C4A8BA}"/>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5" name="Footer Placeholder 4">
            <a:extLst>
              <a:ext uri="{FF2B5EF4-FFF2-40B4-BE49-F238E27FC236}">
                <a16:creationId xmlns:a16="http://schemas.microsoft.com/office/drawing/2014/main" id="{A9E429AB-3277-48E1-AF60-BC4EE0D0A7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EA661A-D5AC-4328-8C2F-A2496413A32F}"/>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3420211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81955-01D9-4159-B750-40E3CAACDE0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8FC7F7E-7005-4518-88DC-BDE748E19D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8F22C0A-8895-43AE-8A40-E8B8CA7277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A5DB2D9-C287-4ED6-B90F-EEADDDA79D9A}"/>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6" name="Footer Placeholder 5">
            <a:extLst>
              <a:ext uri="{FF2B5EF4-FFF2-40B4-BE49-F238E27FC236}">
                <a16:creationId xmlns:a16="http://schemas.microsoft.com/office/drawing/2014/main" id="{0A52A5E7-60FC-476D-BBAD-97F2F3636D9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CE82FE-35D6-4A11-BD88-C12B9022A44F}"/>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3163339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13B8A-8686-4C6B-BCB6-B709F926DE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3570BE1-A510-431D-82C2-D31C845EB3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32093B-A52B-4D1D-96EE-76D0764D19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A0E5C94-AE4D-4B14-B349-89B3658EED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F9BBC7-57DA-41DD-9BD5-853B7322D9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84B4E9C-4B5A-41D8-AE58-40F0323BF166}"/>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8" name="Footer Placeholder 7">
            <a:extLst>
              <a:ext uri="{FF2B5EF4-FFF2-40B4-BE49-F238E27FC236}">
                <a16:creationId xmlns:a16="http://schemas.microsoft.com/office/drawing/2014/main" id="{0B039655-7E44-4004-846A-FF74C076972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1E8094E-C2EE-4E37-BF1D-CCF95C78AF88}"/>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3114972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1F92C-1854-4BAC-BDCB-20493084D64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E92E20A-66D5-4685-95AB-B565A48499C3}"/>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4" name="Footer Placeholder 3">
            <a:extLst>
              <a:ext uri="{FF2B5EF4-FFF2-40B4-BE49-F238E27FC236}">
                <a16:creationId xmlns:a16="http://schemas.microsoft.com/office/drawing/2014/main" id="{7EDE6679-CA41-4568-81E7-88D2F330E29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485411C-CB57-4977-BB04-14187716DE31}"/>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1004289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9AD072-2C55-4387-8DAF-00FF54AD1F8B}"/>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3" name="Footer Placeholder 2">
            <a:extLst>
              <a:ext uri="{FF2B5EF4-FFF2-40B4-BE49-F238E27FC236}">
                <a16:creationId xmlns:a16="http://schemas.microsoft.com/office/drawing/2014/main" id="{962A9AED-5D13-4151-BB52-64E730C5E1E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945CD6E-386E-427F-9815-3801E633E559}"/>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3199057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3EE72-1803-4CE3-B116-043E40C35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BD150CD-0AA7-498C-9650-6EA63F42F6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8366982-64BE-493C-80E0-DD2E47A31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755D80-C641-471F-9FF3-89CD421DA3B4}"/>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6" name="Footer Placeholder 5">
            <a:extLst>
              <a:ext uri="{FF2B5EF4-FFF2-40B4-BE49-F238E27FC236}">
                <a16:creationId xmlns:a16="http://schemas.microsoft.com/office/drawing/2014/main" id="{EEF26DA6-7AA9-4A98-A003-D71566009F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D9AE39-3570-4E0F-AF93-7A4F814E929C}"/>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1673670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3129-8DD6-4A02-A989-72D921E46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B170772-6FAA-440D-B717-19AAE468B1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B5C2786-D2DB-4F30-85C9-8A85BC760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54F8B6-7EE0-4D5F-BADE-BBF6CF49B8AE}"/>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6" name="Footer Placeholder 5">
            <a:extLst>
              <a:ext uri="{FF2B5EF4-FFF2-40B4-BE49-F238E27FC236}">
                <a16:creationId xmlns:a16="http://schemas.microsoft.com/office/drawing/2014/main" id="{7CC4A546-9230-4A8B-86D4-74E5E0B365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3C455E-CEDA-4CFA-9F73-81311873B729}"/>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2956351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CF07C-223D-45DE-AC98-DC480F61F26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12D252-87B8-4D35-B010-7ABB11D8CA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9D8F9F-B48D-4E77-9E90-4C24B86CE34A}"/>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5" name="Footer Placeholder 4">
            <a:extLst>
              <a:ext uri="{FF2B5EF4-FFF2-40B4-BE49-F238E27FC236}">
                <a16:creationId xmlns:a16="http://schemas.microsoft.com/office/drawing/2014/main" id="{26466F44-9264-451A-8BA1-622E632E88C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2C1A5E-7AF8-4080-83CF-2DBC897DE88A}"/>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2840970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C06AEE-8410-4C63-8704-2415B3407A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6BE28B-A25F-43CD-AC35-23D0993196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6221A5-C852-4FBF-BF5F-52F044AF32DC}"/>
              </a:ext>
            </a:extLst>
          </p:cNvPr>
          <p:cNvSpPr>
            <a:spLocks noGrp="1"/>
          </p:cNvSpPr>
          <p:nvPr>
            <p:ph type="dt" sz="half" idx="10"/>
          </p:nvPr>
        </p:nvSpPr>
        <p:spPr/>
        <p:txBody>
          <a:bodyPr/>
          <a:lstStyle/>
          <a:p>
            <a:fld id="{9FB55D81-A70C-498F-9944-E908A625172A}" type="datetimeFigureOut">
              <a:rPr lang="en-GB" smtClean="0"/>
              <a:t>10/05/2026</a:t>
            </a:fld>
            <a:endParaRPr lang="en-GB"/>
          </a:p>
        </p:txBody>
      </p:sp>
      <p:sp>
        <p:nvSpPr>
          <p:cNvPr id="5" name="Footer Placeholder 4">
            <a:extLst>
              <a:ext uri="{FF2B5EF4-FFF2-40B4-BE49-F238E27FC236}">
                <a16:creationId xmlns:a16="http://schemas.microsoft.com/office/drawing/2014/main" id="{B8F97EB0-CD60-48DB-9078-E6799FF567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5308EC-EEBB-4B8B-A57E-81905EC7C50B}"/>
              </a:ext>
            </a:extLst>
          </p:cNvPr>
          <p:cNvSpPr>
            <a:spLocks noGrp="1"/>
          </p:cNvSpPr>
          <p:nvPr>
            <p:ph type="sldNum" sz="quarter" idx="12"/>
          </p:nvPr>
        </p:nvSpPr>
        <p:spPr/>
        <p:txBody>
          <a:bodyPr/>
          <a:lstStyle/>
          <a:p>
            <a:fld id="{281C52AF-19B8-49DB-B4EF-7D8FE5384D64}" type="slidenum">
              <a:rPr lang="en-GB" smtClean="0"/>
              <a:t>‹#›</a:t>
            </a:fld>
            <a:endParaRPr lang="en-GB"/>
          </a:p>
        </p:txBody>
      </p:sp>
    </p:spTree>
    <p:extLst>
      <p:ext uri="{BB962C8B-B14F-4D97-AF65-F5344CB8AC3E}">
        <p14:creationId xmlns:p14="http://schemas.microsoft.com/office/powerpoint/2010/main" val="29501325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825347-5E2B-42DD-92DA-E18914F6AF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C2806F2-17C1-4CEC-98DC-379F119AF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03E67F-1719-4E54-A7F7-A5655BC93D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55D81-A70C-498F-9944-E908A625172A}" type="datetimeFigureOut">
              <a:rPr lang="en-GB" smtClean="0"/>
              <a:t>10/05/2026</a:t>
            </a:fld>
            <a:endParaRPr lang="en-GB"/>
          </a:p>
        </p:txBody>
      </p:sp>
      <p:sp>
        <p:nvSpPr>
          <p:cNvPr id="5" name="Footer Placeholder 4">
            <a:extLst>
              <a:ext uri="{FF2B5EF4-FFF2-40B4-BE49-F238E27FC236}">
                <a16:creationId xmlns:a16="http://schemas.microsoft.com/office/drawing/2014/main" id="{5719E3C9-DE45-4C55-B832-8B79F5FFE8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03442C2-CF5A-4FF4-9E2C-3C43FFE9F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1C52AF-19B8-49DB-B4EF-7D8FE5384D64}" type="slidenum">
              <a:rPr lang="en-GB" smtClean="0"/>
              <a:t>‹#›</a:t>
            </a:fld>
            <a:endParaRPr lang="en-GB"/>
          </a:p>
        </p:txBody>
      </p:sp>
    </p:spTree>
    <p:extLst>
      <p:ext uri="{BB962C8B-B14F-4D97-AF65-F5344CB8AC3E}">
        <p14:creationId xmlns:p14="http://schemas.microsoft.com/office/powerpoint/2010/main" val="1348921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3" descr="Picture 3"/>
          <p:cNvPicPr>
            <a:picLocks noChangeAspect="1"/>
          </p:cNvPicPr>
          <p:nvPr/>
        </p:nvPicPr>
        <p:blipFill>
          <a:blip r:embed="rId2"/>
          <a:stretch>
            <a:fillRect/>
          </a:stretch>
        </p:blipFill>
        <p:spPr>
          <a:xfrm>
            <a:off x="0" y="215900"/>
            <a:ext cx="12192000" cy="6858000"/>
          </a:xfrm>
          <a:prstGeom prst="rect">
            <a:avLst/>
          </a:prstGeom>
          <a:ln w="12700">
            <a:miter lim="400000"/>
          </a:ln>
        </p:spPr>
      </p:pic>
      <p:pic>
        <p:nvPicPr>
          <p:cNvPr id="95" name="Picture 4" descr="Picture 4"/>
          <p:cNvPicPr>
            <a:picLocks noChangeAspect="1"/>
          </p:cNvPicPr>
          <p:nvPr/>
        </p:nvPicPr>
        <p:blipFill>
          <a:blip r:embed="rId3"/>
          <a:stretch>
            <a:fillRect/>
          </a:stretch>
        </p:blipFill>
        <p:spPr>
          <a:xfrm>
            <a:off x="8681656" y="647411"/>
            <a:ext cx="2980798" cy="1624456"/>
          </a:xfrm>
          <a:prstGeom prst="rect">
            <a:avLst/>
          </a:prstGeom>
          <a:ln w="12700">
            <a:miter lim="400000"/>
          </a:ln>
        </p:spPr>
      </p:pic>
      <p:sp>
        <p:nvSpPr>
          <p:cNvPr id="96" name="TextBox 5"/>
          <p:cNvSpPr txBox="1"/>
          <p:nvPr/>
        </p:nvSpPr>
        <p:spPr>
          <a:xfrm>
            <a:off x="766639" y="2985690"/>
            <a:ext cx="7214387" cy="7523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4000">
                <a:solidFill>
                  <a:srgbClr val="FFFFFF"/>
                </a:solidFill>
                <a:latin typeface="FrutigerLTArabic-55Roman"/>
                <a:ea typeface="FrutigerLTArabic-55Roman"/>
                <a:cs typeface="FrutigerLTArabic-55Roman"/>
                <a:sym typeface="FrutigerLTArabic-55Roman"/>
              </a:defRPr>
            </a:lvl1pPr>
          </a:lstStyle>
          <a:p>
            <a:pPr rtl="0">
              <a:defRPr/>
            </a:pPr>
            <a:r>
              <a:t>الجامعة السعودية الالكترونية</a:t>
            </a:r>
          </a:p>
        </p:txBody>
      </p:sp>
      <p:sp>
        <p:nvSpPr>
          <p:cNvPr id="97" name="TextBox 7"/>
          <p:cNvSpPr txBox="1"/>
          <p:nvPr/>
        </p:nvSpPr>
        <p:spPr>
          <a:xfrm>
            <a:off x="766639" y="3633720"/>
            <a:ext cx="5606235" cy="5591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2800">
                <a:solidFill>
                  <a:srgbClr val="FFFFFF"/>
                </a:solidFill>
                <a:latin typeface="Frutiger LT Arabic 45 Light"/>
                <a:ea typeface="Frutiger LT Arabic 45 Light"/>
                <a:cs typeface="Frutiger LT Arabic 45 Light"/>
                <a:sym typeface="Frutiger LT Arabic 45 Light"/>
              </a:defRPr>
            </a:lvl1pPr>
          </a:lstStyle>
          <a:p>
            <a:pPr rtl="0">
              <a:defRPr/>
            </a:pPr>
            <a:r>
              <a:t>الجامعة السعودية الالكترونية</a:t>
            </a:r>
          </a:p>
        </p:txBody>
      </p:sp>
      <p:sp>
        <p:nvSpPr>
          <p:cNvPr id="98" name="TextBox 8"/>
          <p:cNvSpPr txBox="1"/>
          <p:nvPr/>
        </p:nvSpPr>
        <p:spPr>
          <a:xfrm>
            <a:off x="882050" y="6223460"/>
            <a:ext cx="1461659"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200">
                <a:solidFill>
                  <a:srgbClr val="FFFFFF"/>
                </a:solidFill>
                <a:latin typeface="Frutiger LT Arabic 45 Light"/>
                <a:ea typeface="Frutiger LT Arabic 45 Light"/>
                <a:cs typeface="Frutiger LT Arabic 45 Light"/>
                <a:sym typeface="Frutiger LT Arabic 45 Light"/>
              </a:defRPr>
            </a:lvl1pPr>
          </a:lstStyle>
          <a:p>
            <a:pPr rtl="0">
              <a:defRPr/>
            </a:pPr>
            <a:r>
              <a:t>28/10/2026</a:t>
            </a:r>
          </a:p>
        </p:txBody>
      </p:sp>
      <p:pic>
        <p:nvPicPr>
          <p:cNvPr id="99" name="Picture 10" descr="Picture 10"/>
          <p:cNvPicPr>
            <a:picLocks noChangeAspect="1"/>
          </p:cNvPicPr>
          <p:nvPr/>
        </p:nvPicPr>
        <p:blipFill>
          <a:blip r:embed="rId4"/>
          <a:stretch>
            <a:fillRect/>
          </a:stretch>
        </p:blipFill>
        <p:spPr>
          <a:xfrm>
            <a:off x="6372874" y="5935098"/>
            <a:ext cx="5418602" cy="484825"/>
          </a:xfrm>
          <a:prstGeom prst="rect">
            <a:avLst/>
          </a:prstGeom>
          <a:ln w="12700">
            <a:miter lim="400000"/>
          </a:ln>
        </p:spPr>
      </p:pic>
      <p:pic>
        <p:nvPicPr>
          <p:cNvPr id="100" name="Artboard 3@2x.png" descr="Artboard 3@2x.png"/>
          <p:cNvPicPr>
            <a:picLocks noChangeAspect="1"/>
          </p:cNvPicPr>
          <p:nvPr/>
        </p:nvPicPr>
        <p:blipFill>
          <a:blip r:embed="rId5"/>
          <a:srcRect t="8869" r="116" b="11106"/>
          <a:stretch>
            <a:fillRect/>
          </a:stretch>
        </p:blipFill>
        <p:spPr>
          <a:xfrm>
            <a:off x="1784" y="-22926"/>
            <a:ext cx="12188316" cy="6903851"/>
          </a:xfrm>
          <a:prstGeom prst="rect">
            <a:avLst/>
          </a:prstGeom>
          <a:ln w="12700">
            <a:miter lim="400000"/>
          </a:ln>
        </p:spPr>
      </p:pic>
      <p:pic>
        <p:nvPicPr>
          <p:cNvPr id="101" name="Artboard 4@2x.png" descr="Artboard 4@2x.png"/>
          <p:cNvPicPr>
            <a:picLocks noChangeAspect="1"/>
          </p:cNvPicPr>
          <p:nvPr/>
        </p:nvPicPr>
        <p:blipFill>
          <a:blip r:embed="rId6"/>
          <a:stretch>
            <a:fillRect/>
          </a:stretch>
        </p:blipFill>
        <p:spPr>
          <a:xfrm>
            <a:off x="4157271" y="2299741"/>
            <a:ext cx="3877457" cy="2258518"/>
          </a:xfrm>
          <a:prstGeom prst="rect">
            <a:avLst/>
          </a:prstGeom>
          <a:ln w="12700">
            <a:miter lim="400000"/>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Artboard 3@2x.png" descr="Artboard 3@2x.png"/>
          <p:cNvPicPr>
            <a:picLocks noChangeAspect="1"/>
          </p:cNvPicPr>
          <p:nvPr/>
        </p:nvPicPr>
        <p:blipFill>
          <a:blip r:embed="rId2"/>
          <a:srcRect t="8869" r="116" b="11106"/>
          <a:stretch>
            <a:fillRect/>
          </a:stretch>
        </p:blipFill>
        <p:spPr>
          <a:xfrm>
            <a:off x="1784" y="-22926"/>
            <a:ext cx="12188316" cy="6903851"/>
          </a:xfrm>
          <a:prstGeom prst="rect">
            <a:avLst/>
          </a:prstGeom>
          <a:ln w="12700">
            <a:miter lim="400000"/>
          </a:ln>
        </p:spPr>
      </p:pic>
      <p:sp>
        <p:nvSpPr>
          <p:cNvPr id="104" name="TextBox 2"/>
          <p:cNvSpPr txBox="1"/>
          <p:nvPr/>
        </p:nvSpPr>
        <p:spPr>
          <a:xfrm>
            <a:off x="526941" y="2193631"/>
            <a:ext cx="7661715" cy="2062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rtl="0">
              <a:defRPr sz="3200">
                <a:solidFill>
                  <a:srgbClr val="FFFFFF"/>
                </a:solidFill>
                <a:latin typeface="FrutigerLTArabic-55Roman"/>
                <a:ea typeface="FrutigerLTArabic-55Roman"/>
                <a:cs typeface="FrutigerLTArabic-55Roman"/>
                <a:sym typeface="FrutigerLTArabic-55Roman"/>
              </a:defRPr>
            </a:lvl1pPr>
          </a:lstStyle>
          <a:p>
            <a:r>
              <a:rPr lang="en-US" dirty="0"/>
              <a:t>College of Computing and Informatics</a:t>
            </a:r>
          </a:p>
          <a:p>
            <a:r>
              <a:rPr lang="en-US" dirty="0"/>
              <a:t>Information Technology Program</a:t>
            </a:r>
          </a:p>
          <a:p>
            <a:r>
              <a:rPr lang="en-US" dirty="0"/>
              <a:t>CS489</a:t>
            </a:r>
          </a:p>
          <a:p>
            <a:r>
              <a:rPr lang="en-US" dirty="0"/>
              <a:t>Senior Project 2 in Computer Science </a:t>
            </a:r>
            <a:endParaRPr dirty="0"/>
          </a:p>
        </p:txBody>
      </p:sp>
      <p:pic>
        <p:nvPicPr>
          <p:cNvPr id="105" name="Artboard 2@4x.png" descr="Artboard 2@4x.png"/>
          <p:cNvPicPr>
            <a:picLocks noChangeAspect="1"/>
          </p:cNvPicPr>
          <p:nvPr/>
        </p:nvPicPr>
        <p:blipFill>
          <a:blip r:embed="rId3"/>
          <a:stretch>
            <a:fillRect/>
          </a:stretch>
        </p:blipFill>
        <p:spPr>
          <a:xfrm>
            <a:off x="6115298" y="5811861"/>
            <a:ext cx="6080963" cy="1050521"/>
          </a:xfrm>
          <a:prstGeom prst="rect">
            <a:avLst/>
          </a:prstGeom>
          <a:ln w="12700">
            <a:miter lim="400000"/>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Artboard 3@2x.png" descr="Artboard 3@2x.png"/>
          <p:cNvPicPr>
            <a:picLocks noChangeAspect="1"/>
          </p:cNvPicPr>
          <p:nvPr/>
        </p:nvPicPr>
        <p:blipFill>
          <a:blip r:embed="rId2"/>
          <a:srcRect t="8869" r="116" b="11106"/>
          <a:stretch>
            <a:fillRect/>
          </a:stretch>
        </p:blipFill>
        <p:spPr>
          <a:xfrm>
            <a:off x="1784" y="-22926"/>
            <a:ext cx="12188316" cy="6903851"/>
          </a:xfrm>
          <a:prstGeom prst="rect">
            <a:avLst/>
          </a:prstGeom>
          <a:ln w="12700">
            <a:miter lim="400000"/>
          </a:ln>
        </p:spPr>
      </p:pic>
      <p:pic>
        <p:nvPicPr>
          <p:cNvPr id="105" name="Artboard 2@4x.png" descr="Artboard 2@4x.png"/>
          <p:cNvPicPr>
            <a:picLocks noChangeAspect="1"/>
          </p:cNvPicPr>
          <p:nvPr/>
        </p:nvPicPr>
        <p:blipFill>
          <a:blip r:embed="rId3"/>
          <a:stretch>
            <a:fillRect/>
          </a:stretch>
        </p:blipFill>
        <p:spPr>
          <a:xfrm>
            <a:off x="6115298" y="5811861"/>
            <a:ext cx="6080963" cy="1050521"/>
          </a:xfrm>
          <a:prstGeom prst="rect">
            <a:avLst/>
          </a:prstGeom>
          <a:ln w="12700">
            <a:miter lim="400000"/>
          </a:ln>
        </p:spPr>
      </p:pic>
      <p:sp>
        <p:nvSpPr>
          <p:cNvPr id="5" name="TextBox 4">
            <a:extLst>
              <a:ext uri="{FF2B5EF4-FFF2-40B4-BE49-F238E27FC236}">
                <a16:creationId xmlns:a16="http://schemas.microsoft.com/office/drawing/2014/main" id="{1BAC6595-1281-1940-9F7B-4AB0C2376A61}"/>
              </a:ext>
            </a:extLst>
          </p:cNvPr>
          <p:cNvSpPr txBox="1"/>
          <p:nvPr/>
        </p:nvSpPr>
        <p:spPr>
          <a:xfrm>
            <a:off x="1818968" y="1120877"/>
            <a:ext cx="7086041" cy="4524315"/>
          </a:xfrm>
          <a:prstGeom prst="rect">
            <a:avLst/>
          </a:prstGeom>
          <a:noFill/>
        </p:spPr>
        <p:txBody>
          <a:bodyPr wrap="square" rtlCol="0">
            <a:spAutoFit/>
          </a:bodyPr>
          <a:lstStyle/>
          <a:p>
            <a:pPr algn="ctr"/>
            <a:r>
              <a:rPr lang="en-US" sz="3600" b="1" dirty="0">
                <a:solidFill>
                  <a:schemeClr val="bg1"/>
                </a:solidFill>
              </a:rPr>
              <a:t>Qayyem (قيّم)</a:t>
            </a:r>
          </a:p>
          <a:p>
            <a:pPr algn="ctr"/>
            <a:endParaRPr lang="en-US" sz="3600" b="1" dirty="0">
              <a:solidFill>
                <a:schemeClr val="bg1"/>
              </a:solidFill>
            </a:endParaRPr>
          </a:p>
          <a:p>
            <a:pPr algn="ctr"/>
            <a:endParaRPr lang="en-US" sz="3600" dirty="0">
              <a:solidFill>
                <a:schemeClr val="bg1"/>
              </a:solidFill>
            </a:endParaRPr>
          </a:p>
          <a:p>
            <a:pPr algn="ctr"/>
            <a:endParaRPr lang="ar-SA" dirty="0"/>
          </a:p>
          <a:p>
            <a:pPr algn="ctr"/>
            <a:endParaRPr lang="ar-SA" dirty="0"/>
          </a:p>
          <a:p>
            <a:pPr algn="ctr"/>
            <a:endParaRPr lang="en-US" dirty="0"/>
          </a:p>
          <a:p>
            <a:pPr algn="ctr"/>
            <a:endParaRPr lang="en-US" dirty="0"/>
          </a:p>
          <a:p>
            <a:pPr algn="ctr"/>
            <a:endParaRPr lang="en-US" dirty="0"/>
          </a:p>
          <a:p>
            <a:pPr algn="ctr"/>
            <a:endParaRPr lang="en-US" dirty="0"/>
          </a:p>
          <a:p>
            <a:pPr algn="ctr"/>
            <a:endParaRPr lang="ar-SA" dirty="0"/>
          </a:p>
          <a:p>
            <a:pPr algn="ctr"/>
            <a:endParaRPr lang="ar-SA" dirty="0"/>
          </a:p>
          <a:p>
            <a:pPr algn="ctr"/>
            <a:r>
              <a:rPr lang="en-US" b="1" dirty="0">
                <a:solidFill>
                  <a:schemeClr val="bg1"/>
                </a:solidFill>
              </a:rPr>
              <a:t>Project Supervisor:</a:t>
            </a:r>
            <a:endParaRPr lang="en-US" dirty="0">
              <a:solidFill>
                <a:schemeClr val="bg1"/>
              </a:solidFill>
            </a:endParaRPr>
          </a:p>
          <a:p>
            <a:pPr algn="ctr"/>
            <a:r>
              <a:rPr lang="en-US" dirty="0">
                <a:solidFill>
                  <a:schemeClr val="bg1"/>
                </a:solidFill>
              </a:rPr>
              <a:t>Dr. Saeed AlQarni</a:t>
            </a:r>
            <a:r>
              <a:rPr lang="en-US" dirty="0" err="1">
                <a:solidFill>
                  <a:schemeClr val="bg1"/>
                </a:solidFill>
              </a:rPr>
              <a:t/>
            </a:r>
            <a:r>
              <a:rPr lang="en-US" dirty="0">
                <a:solidFill>
                  <a:schemeClr val="bg1"/>
                </a:solidFill>
              </a:rPr>
              <a:t/>
            </a:r>
          </a:p>
        </p:txBody>
      </p:sp>
      <p:graphicFrame>
        <p:nvGraphicFramePr>
          <p:cNvPr id="10" name="Table 9">
            <a:extLst>
              <a:ext uri="{FF2B5EF4-FFF2-40B4-BE49-F238E27FC236}">
                <a16:creationId xmlns:a16="http://schemas.microsoft.com/office/drawing/2014/main" id="{04070F1D-A6B0-D8D7-EF03-503DCA4DB6A4}"/>
              </a:ext>
            </a:extLst>
          </p:cNvPr>
          <p:cNvGraphicFramePr>
            <a:graphicFrameLocks noGrp="1"/>
          </p:cNvGraphicFramePr>
          <p:nvPr>
            <p:extLst>
              <p:ext uri="{D42A27DB-BD31-4B8C-83A1-F6EECF244321}">
                <p14:modId xmlns:p14="http://schemas.microsoft.com/office/powerpoint/2010/main" val="3572759363"/>
              </p:ext>
            </p:extLst>
          </p:nvPr>
        </p:nvGraphicFramePr>
        <p:xfrm>
          <a:off x="2230152" y="2306743"/>
          <a:ext cx="6263671" cy="2408189"/>
        </p:xfrm>
        <a:graphic>
          <a:graphicData uri="http://schemas.openxmlformats.org/drawingml/2006/table">
            <a:tbl>
              <a:tblPr firstRow="1" bandRow="1">
                <a:tableStyleId>{5C22544A-7EE6-4342-B048-85BDC9FD1C3A}</a:tableStyleId>
              </a:tblPr>
              <a:tblGrid>
                <a:gridCol w="4265898">
                  <a:extLst>
                    <a:ext uri="{9D8B030D-6E8A-4147-A177-3AD203B41FA5}">
                      <a16:colId xmlns:a16="http://schemas.microsoft.com/office/drawing/2014/main" val="121039379"/>
                    </a:ext>
                  </a:extLst>
                </a:gridCol>
                <a:gridCol w="1997773">
                  <a:extLst>
                    <a:ext uri="{9D8B030D-6E8A-4147-A177-3AD203B41FA5}">
                      <a16:colId xmlns:a16="http://schemas.microsoft.com/office/drawing/2014/main" val="2717396519"/>
                    </a:ext>
                  </a:extLst>
                </a:gridCol>
              </a:tblGrid>
              <a:tr h="370840">
                <a:tc>
                  <a:txBody>
                    <a:bodyPr/>
                    <a:lstStyle/>
                    <a:p>
                      <a:r>
                        <a:rPr lang="en-US" sz="2000" b="0" kern="1200" dirty="0">
                          <a:solidFill>
                            <a:schemeClr val="bg1"/>
                          </a:solidFill>
                          <a:effectLst/>
                          <a:latin typeface="+mn-lt"/>
                          <a:ea typeface="+mn-ea"/>
                          <a:cs typeface="+mn-cs"/>
                        </a:rPr>
                        <a:t>Saif Amro Ibrahim</a:t>
                      </a:r>
                      <a:endParaRPr lang="en-US" sz="2000" b="0"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2000" b="0" kern="1200" dirty="0">
                          <a:solidFill>
                            <a:schemeClr val="bg1"/>
                          </a:solidFill>
                          <a:effectLst/>
                          <a:latin typeface="+mn-lt"/>
                          <a:ea typeface="+mn-ea"/>
                          <a:cs typeface="+mn-cs"/>
                        </a:rPr>
                        <a:t>S220008133</a:t>
                      </a:r>
                      <a:endParaRPr lang="en-US" sz="2000" b="0"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5402165"/>
                  </a:ext>
                </a:extLst>
              </a:tr>
              <a:tr h="370840">
                <a:tc>
                  <a:txBody>
                    <a:bodyPr/>
                    <a:lstStyle/>
                    <a:p>
                      <a:r>
                        <a:rPr lang="en-US" sz="2000" b="0" kern="1200" dirty="0">
                          <a:solidFill>
                            <a:schemeClr val="bg1"/>
                          </a:solidFill>
                          <a:effectLst/>
                          <a:latin typeface="+mn-lt"/>
                          <a:ea typeface="+mn-ea"/>
                          <a:cs typeface="+mn-cs"/>
                        </a:rPr>
                        <a:t>Houmood Abdulrahman Algoseyer</a:t>
                      </a:r>
                      <a:endParaRPr lang="en-US" sz="2000" b="0"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2000" b="0" kern="1200" dirty="0">
                          <a:solidFill>
                            <a:schemeClr val="bg1"/>
                          </a:solidFill>
                          <a:effectLst/>
                          <a:latin typeface="+mn-lt"/>
                          <a:ea typeface="+mn-ea"/>
                          <a:cs typeface="+mn-cs"/>
                        </a:rPr>
                        <a:t>S230050613</a:t>
                      </a:r>
                      <a:endParaRPr lang="en-US" sz="2000" b="0"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0296010"/>
                  </a:ext>
                </a:extLst>
              </a:tr>
              <a:tr h="426989">
                <a:tc>
                  <a:txBody>
                    <a:bodyPr/>
                    <a:lstStyle/>
                    <a:p>
                      <a:r>
                        <a:rPr lang="en-US" sz="2000" b="0" kern="1200" dirty="0">
                          <a:solidFill>
                            <a:schemeClr val="bg1"/>
                          </a:solidFill>
                          <a:effectLst/>
                          <a:latin typeface="+mn-lt"/>
                          <a:ea typeface="+mn-ea"/>
                          <a:cs typeface="+mn-cs"/>
                        </a:rPr>
                        <a:t>Meshari Abdulrahman Alasmari</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000" b="0" kern="1200" dirty="0">
                          <a:solidFill>
                            <a:schemeClr val="bg1"/>
                          </a:solidFill>
                          <a:effectLst/>
                          <a:latin typeface="+mn-lt"/>
                          <a:ea typeface="+mn-ea"/>
                          <a:cs typeface="+mn-cs"/>
                        </a:rPr>
                        <a:t>S220044964</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25257621"/>
                  </a:ext>
                </a:extLst>
              </a:tr>
              <a:tr h="370840">
                <a:tc>
                  <a:txBody>
                    <a:bodyPr/>
                    <a:lstStyle/>
                    <a:p>
                      <a:r>
                        <a:rPr lang="en-US" sz="2000" b="0" kern="1200" dirty="0">
                          <a:solidFill>
                            <a:schemeClr val="bg1"/>
                          </a:solidFill>
                          <a:effectLst/>
                          <a:latin typeface="+mn-lt"/>
                          <a:ea typeface="+mn-ea"/>
                          <a:cs typeface="+mn-cs"/>
                        </a:rPr>
                        <a:t>Salman Ahmed Alharbi</a:t>
                      </a:r>
                      <a:r>
                        <a:rPr lang="en-US" sz="2000" b="0" kern="1200" dirty="0" err="1">
                          <a:solidFill>
                            <a:schemeClr val="bg1"/>
                          </a:solidFill>
                          <a:effectLst/>
                          <a:latin typeface="+mn-lt"/>
                          <a:ea typeface="+mn-ea"/>
                          <a:cs typeface="+mn-cs"/>
                        </a:rPr>
                        <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000" b="0" kern="1200" dirty="0">
                          <a:solidFill>
                            <a:schemeClr val="bg1"/>
                          </a:solidFill>
                          <a:effectLst/>
                          <a:latin typeface="+mn-lt"/>
                          <a:ea typeface="+mn-ea"/>
                          <a:cs typeface="+mn-cs"/>
                        </a:rPr>
                        <a:t>S220042990</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37631429"/>
                  </a:ext>
                </a:extLst>
              </a:tr>
              <a:tr h="370840">
                <a:tc>
                  <a:txBody>
                    <a:bodyPr/>
                    <a:lstStyle/>
                    <a:p>
                      <a:r>
                        <a:rPr lang="en-US" sz="2000" b="0" kern="1200" dirty="0">
                          <a:solidFill>
                            <a:schemeClr val="bg1"/>
                          </a:solidFill>
                          <a:effectLst/>
                          <a:latin typeface="+mn-lt"/>
                          <a:ea typeface="+mn-ea"/>
                          <a:cs typeface="+mn-cs"/>
                        </a:rPr>
                        <a:t>Mohammed Jamman Alomari</a:t>
                      </a:r>
                      <a:r>
                        <a:rPr lang="en-US" sz="2000" b="0" kern="1200" dirty="0" err="1">
                          <a:solidFill>
                            <a:schemeClr val="bg1"/>
                          </a:solidFill>
                          <a:effectLst/>
                          <a:latin typeface="+mn-lt"/>
                          <a:ea typeface="+mn-ea"/>
                          <a:cs typeface="+mn-cs"/>
                        </a:rPr>
                        <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000" b="0" kern="1200" dirty="0">
                          <a:solidFill>
                            <a:schemeClr val="bg1"/>
                          </a:solidFill>
                          <a:effectLst/>
                          <a:latin typeface="+mn-lt"/>
                          <a:ea typeface="+mn-ea"/>
                          <a:cs typeface="+mn-cs"/>
                        </a:rPr>
                        <a:t>S220002979</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18302591"/>
                  </a:ext>
                </a:extLst>
              </a:tr>
              <a:tr h="370840">
                <a:tc>
                  <a:txBody>
                    <a:bodyPr/>
                    <a:lstStyle/>
                    <a:p>
                      <a:r>
                        <a:rPr lang="en-US" sz="2000" b="0" kern="1200" dirty="0">
                          <a:solidFill>
                            <a:schemeClr val="bg1"/>
                          </a:solidFill>
                          <a:effectLst/>
                          <a:latin typeface="+mn-lt"/>
                          <a:ea typeface="+mn-ea"/>
                          <a:cs typeface="+mn-cs"/>
                        </a:rPr>
                        <a:t>Sultan Bander Altowirgi</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000" b="0" kern="1200" dirty="0">
                          <a:solidFill>
                            <a:schemeClr val="bg1"/>
                          </a:solidFill>
                          <a:effectLst/>
                          <a:latin typeface="+mn-lt"/>
                          <a:ea typeface="+mn-ea"/>
                          <a:cs typeface="+mn-cs"/>
                        </a:rPr>
                        <a:t>S220037005</a:t>
                      </a:r>
                      <a:endParaRPr lang="en-US" sz="2000" b="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13390162"/>
                  </a:ext>
                </a:extLst>
              </a:tr>
            </a:tbl>
          </a:graphicData>
        </a:graphic>
      </p:graphicFrame>
      <p:sp>
        <p:nvSpPr>
          <p:cNvPr id="106" name="TextBox 105"/>
          <p:cNvSpPr txBox="1"/>
          <p:nvPr/>
        </p:nvSpPr>
        <p:spPr>
          <a:xfrm>
            <a:off x="1965960" y="1755648"/>
            <a:ext cx="6949440" cy="411480"/>
          </a:xfrm>
          <a:prstGeom prst="rect">
            <a:avLst/>
          </a:prstGeom>
          <a:noFill/>
        </p:spPr>
        <p:txBody>
          <a:bodyPr wrap="square" anchor="t" lIns="0" rIns="0" tIns="0" bIns="0">
            <a:spAutoFit/>
          </a:bodyPr>
          <a:lstStyle/>
          <a:p>
            <a:pPr algn="ctr">
              <a:spcAft>
                <a:spcPts val="600"/>
              </a:spcAft>
            </a:pPr>
            <a:r>
              <a:rPr sz="1800" b="0" i="0">
                <a:solidFill>
                  <a:srgbClr val="FFFFFF"/>
                </a:solidFill>
                <a:latin typeface="Calibri"/>
              </a:rPr>
              <a:t>AI-Powered Arabic Assignment Grading and Feedback System</a:t>
            </a:r>
          </a:p>
        </p:txBody>
      </p:sp>
    </p:spTree>
    <p:extLst>
      <p:ext uri="{BB962C8B-B14F-4D97-AF65-F5344CB8AC3E}">
        <p14:creationId xmlns:p14="http://schemas.microsoft.com/office/powerpoint/2010/main" val="47324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6CBB7C51-829B-4243-9A2F-5EA8A29D7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 name="Group 114">
            <a:extLst>
              <a:ext uri="{FF2B5EF4-FFF2-40B4-BE49-F238E27FC236}">
                <a16:creationId xmlns:a16="http://schemas.microsoft.com/office/drawing/2014/main" id="{5ECE0A17-721D-47DA-B462-427AB9C656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6" name="Freeform 5">
              <a:extLst>
                <a:ext uri="{FF2B5EF4-FFF2-40B4-BE49-F238E27FC236}">
                  <a16:creationId xmlns:a16="http://schemas.microsoft.com/office/drawing/2014/main" id="{07B1C03F-70ED-4BE3-AFBC-CD51D4411F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7" name="Freeform 6">
              <a:extLst>
                <a:ext uri="{FF2B5EF4-FFF2-40B4-BE49-F238E27FC236}">
                  <a16:creationId xmlns:a16="http://schemas.microsoft.com/office/drawing/2014/main" id="{AE84050F-F367-4A35-93F5-1397E3C667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7">
              <a:extLst>
                <a:ext uri="{FF2B5EF4-FFF2-40B4-BE49-F238E27FC236}">
                  <a16:creationId xmlns:a16="http://schemas.microsoft.com/office/drawing/2014/main" id="{5D88F3A8-CDAB-4D08-8D47-096D7AA3467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Freeform 8">
              <a:extLst>
                <a:ext uri="{FF2B5EF4-FFF2-40B4-BE49-F238E27FC236}">
                  <a16:creationId xmlns:a16="http://schemas.microsoft.com/office/drawing/2014/main" id="{A2BEFDF5-BD04-4DD8-9671-13817A4D8A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9">
              <a:extLst>
                <a:ext uri="{FF2B5EF4-FFF2-40B4-BE49-F238E27FC236}">
                  <a16:creationId xmlns:a16="http://schemas.microsoft.com/office/drawing/2014/main" id="{ACA74E73-7B97-43C1-BC3B-89DED3F8AF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Freeform 10">
              <a:extLst>
                <a:ext uri="{FF2B5EF4-FFF2-40B4-BE49-F238E27FC236}">
                  <a16:creationId xmlns:a16="http://schemas.microsoft.com/office/drawing/2014/main" id="{C11D94E0-EFF2-4934-97FD-3E424A25F2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11">
              <a:extLst>
                <a:ext uri="{FF2B5EF4-FFF2-40B4-BE49-F238E27FC236}">
                  <a16:creationId xmlns:a16="http://schemas.microsoft.com/office/drawing/2014/main" id="{70D5352A-232D-40A3-8A72-4CB6B8277E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12">
              <a:extLst>
                <a:ext uri="{FF2B5EF4-FFF2-40B4-BE49-F238E27FC236}">
                  <a16:creationId xmlns:a16="http://schemas.microsoft.com/office/drawing/2014/main" id="{9E3B6EC6-9A43-43B8-BE95-D12BD1AF3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13">
              <a:extLst>
                <a:ext uri="{FF2B5EF4-FFF2-40B4-BE49-F238E27FC236}">
                  <a16:creationId xmlns:a16="http://schemas.microsoft.com/office/drawing/2014/main" id="{7B71BA3B-3BFF-4756-B642-C00DA5F4AD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Freeform 14">
              <a:extLst>
                <a:ext uri="{FF2B5EF4-FFF2-40B4-BE49-F238E27FC236}">
                  <a16:creationId xmlns:a16="http://schemas.microsoft.com/office/drawing/2014/main" id="{6070AC7F-F9D6-4E73-A95C-9DA3846FD5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 name="Freeform 15">
              <a:extLst>
                <a:ext uri="{FF2B5EF4-FFF2-40B4-BE49-F238E27FC236}">
                  <a16:creationId xmlns:a16="http://schemas.microsoft.com/office/drawing/2014/main" id="{9DDF2314-3F38-4664-B31D-AEB55882BB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A59AAAEA-0A38-490A-9CBF-F8C79B0A6B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17">
              <a:extLst>
                <a:ext uri="{FF2B5EF4-FFF2-40B4-BE49-F238E27FC236}">
                  <a16:creationId xmlns:a16="http://schemas.microsoft.com/office/drawing/2014/main" id="{9AEF5CD7-59EB-48AC-BB37-3EB70C0529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18">
              <a:extLst>
                <a:ext uri="{FF2B5EF4-FFF2-40B4-BE49-F238E27FC236}">
                  <a16:creationId xmlns:a16="http://schemas.microsoft.com/office/drawing/2014/main" id="{24602B28-B14A-4724-9665-D2CDC19C98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19">
              <a:extLst>
                <a:ext uri="{FF2B5EF4-FFF2-40B4-BE49-F238E27FC236}">
                  <a16:creationId xmlns:a16="http://schemas.microsoft.com/office/drawing/2014/main" id="{541E4D23-8098-43A1-9826-246EBF1BBA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20">
              <a:extLst>
                <a:ext uri="{FF2B5EF4-FFF2-40B4-BE49-F238E27FC236}">
                  <a16:creationId xmlns:a16="http://schemas.microsoft.com/office/drawing/2014/main" id="{D164F3ED-DB01-4823-852E-A99B4C2641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1">
              <a:extLst>
                <a:ext uri="{FF2B5EF4-FFF2-40B4-BE49-F238E27FC236}">
                  <a16:creationId xmlns:a16="http://schemas.microsoft.com/office/drawing/2014/main" id="{05C52390-6376-4DB5-B289-6B1C527355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2">
              <a:extLst>
                <a:ext uri="{FF2B5EF4-FFF2-40B4-BE49-F238E27FC236}">
                  <a16:creationId xmlns:a16="http://schemas.microsoft.com/office/drawing/2014/main" id="{40ABB3F2-1D59-4F3E-921C-DD7B8D55BA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Freeform 23">
              <a:extLst>
                <a:ext uri="{FF2B5EF4-FFF2-40B4-BE49-F238E27FC236}">
                  <a16:creationId xmlns:a16="http://schemas.microsoft.com/office/drawing/2014/main" id="{88E0EE84-E054-424D-A93B-D6D23AFFFF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24">
              <a:extLst>
                <a:ext uri="{FF2B5EF4-FFF2-40B4-BE49-F238E27FC236}">
                  <a16:creationId xmlns:a16="http://schemas.microsoft.com/office/drawing/2014/main" id="{F084CB4C-E741-4E13-AE65-BAB699C6C6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25">
              <a:extLst>
                <a:ext uri="{FF2B5EF4-FFF2-40B4-BE49-F238E27FC236}">
                  <a16:creationId xmlns:a16="http://schemas.microsoft.com/office/drawing/2014/main" id="{AA5D2838-70AA-418B-87DF-83A903E794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8" name="Group 137">
            <a:extLst>
              <a:ext uri="{FF2B5EF4-FFF2-40B4-BE49-F238E27FC236}">
                <a16:creationId xmlns:a16="http://schemas.microsoft.com/office/drawing/2014/main" id="{908DA454-A7F1-451C-B515-4957882495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139" name="Rectangle 138">
              <a:extLst>
                <a:ext uri="{FF2B5EF4-FFF2-40B4-BE49-F238E27FC236}">
                  <a16:creationId xmlns:a16="http://schemas.microsoft.com/office/drawing/2014/main" id="{696FE467-34A9-4910-A7C5-6B92891F24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Isosceles Triangle 22">
              <a:extLst>
                <a:ext uri="{FF2B5EF4-FFF2-40B4-BE49-F238E27FC236}">
                  <a16:creationId xmlns:a16="http://schemas.microsoft.com/office/drawing/2014/main" id="{01A2AF91-EF78-4611-8AF7-C1B45269F7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4C7115C0-C409-41DC-96F1-B784C5E37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TextBox 2"/>
          <p:cNvSpPr txBox="1"/>
          <p:nvPr/>
        </p:nvSpPr>
        <p:spPr>
          <a:xfrm>
            <a:off x="888631" y="2358391"/>
            <a:ext cx="3498979" cy="245367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ctr">
            <a:normAutofit/>
          </a:bodyPr>
          <a:lstStyle>
            <a:lvl1pPr rtl="0">
              <a:defRPr sz="3200">
                <a:solidFill>
                  <a:srgbClr val="58BBCF"/>
                </a:solidFill>
                <a:latin typeface="FrutigerLTArabic-55Roman"/>
                <a:ea typeface="FrutigerLTArabic-55Roman"/>
                <a:cs typeface="FrutigerLTArabic-55Roman"/>
                <a:sym typeface="FrutigerLTArabic-55Roman"/>
              </a:defRPr>
            </a:lvl1pPr>
          </a:lstStyle>
          <a:p>
            <a:pPr algn="ctr">
              <a:lnSpc>
                <a:spcPct val="90000"/>
              </a:lnSpc>
              <a:spcBef>
                <a:spcPct val="0"/>
              </a:spcBef>
              <a:spcAft>
                <a:spcPts val="600"/>
              </a:spcAft>
            </a:pPr>
            <a:r>
              <a:rPr lang="en-US" sz="3600" kern="1200" dirty="0">
                <a:solidFill>
                  <a:srgbClr val="FFFFFE"/>
                </a:solidFill>
                <a:latin typeface="+mj-lt"/>
                <a:ea typeface="+mj-ea"/>
                <a:cs typeface="+mj-cs"/>
              </a:rPr>
              <a:t>Contents</a:t>
            </a:r>
          </a:p>
        </p:txBody>
      </p:sp>
      <p:sp>
        <p:nvSpPr>
          <p:cNvPr id="4" name="TextBox 2">
            <a:extLst>
              <a:ext uri="{FF2B5EF4-FFF2-40B4-BE49-F238E27FC236}">
                <a16:creationId xmlns:a16="http://schemas.microsoft.com/office/drawing/2014/main" id="{15A2C34D-3770-4DB0-9CF9-77919C7AB067}"/>
              </a:ext>
            </a:extLst>
          </p:cNvPr>
          <p:cNvSpPr txBox="1"/>
          <p:nvPr/>
        </p:nvSpPr>
        <p:spPr>
          <a:xfrm>
            <a:off x="5118447" y="797594"/>
            <a:ext cx="6281873" cy="239336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ctr">
            <a:normAutofit lnSpcReduction="10000"/>
          </a:bodyPr>
          <a:lstStyle>
            <a:lvl1pPr rtl="0">
              <a:defRPr sz="3200">
                <a:solidFill>
                  <a:srgbClr val="58BBCF"/>
                </a:solidFill>
                <a:latin typeface="FrutigerLTArabic-55Roman"/>
                <a:ea typeface="FrutigerLTArabic-55Roman"/>
                <a:cs typeface="FrutigerLTArabic-55Roman"/>
                <a:sym typeface="FrutigerLTArabic-55Roman"/>
              </a:defRPr>
            </a:lvl1pPr>
          </a:lstStyle>
          <a:p>
            <a:pPr marL="628650" indent="-342900">
              <a:lnSpc>
                <a:spcPct val="90000"/>
              </a:lnSpc>
              <a:spcAft>
                <a:spcPts val="600"/>
              </a:spcAft>
              <a:buFont typeface="+mj-lt"/>
              <a:buAutoNum type="arabicPeriod"/>
            </a:pPr>
            <a:r>
              <a:rPr lang="en-US" sz="1800" dirty="0"/>
              <a:t>Project Overview</a:t>
            </a:r>
            <a:r>
              <a:rPr lang="en-US" sz="1800" dirty="0">
                <a:solidFill>
                  <a:schemeClr val="tx1"/>
                </a:solidFill>
                <a:latin typeface="+mn-lt"/>
                <a:ea typeface="+mn-ea"/>
                <a:cs typeface="+mn-cs"/>
              </a:rPr>
              <a:t/>
            </a:r>
          </a:p>
          <a:p>
            <a:pPr marL="628650" indent="-342900">
              <a:lnSpc>
                <a:spcPct val="90000"/>
              </a:lnSpc>
              <a:spcAft>
                <a:spcPts val="600"/>
              </a:spcAft>
              <a:buFont typeface="+mj-lt"/>
              <a:buAutoNum type="arabicPeriod"/>
            </a:pPr>
            <a:r>
              <a:rPr lang="en-US" sz="1800" dirty="0"/>
              <a:t>What We Have Built</a:t>
            </a:r>
            <a:endParaRPr lang="en-US" sz="1800" dirty="0">
              <a:solidFill>
                <a:schemeClr val="tx1"/>
              </a:solidFill>
              <a:latin typeface="+mn-lt"/>
              <a:ea typeface="+mn-ea"/>
              <a:cs typeface="+mn-cs"/>
            </a:endParaRPr>
          </a:p>
          <a:p>
            <a:pPr marL="628650" indent="-342900">
              <a:lnSpc>
                <a:spcPct val="90000"/>
              </a:lnSpc>
              <a:spcAft>
                <a:spcPts val="600"/>
              </a:spcAft>
              <a:buFont typeface="+mj-lt"/>
              <a:buAutoNum type="arabicPeriod"/>
            </a:pPr>
            <a:r>
              <a:rPr lang="en-US" sz="1800" dirty="0"/>
              <a:t>Results So Far</a:t>
            </a:r>
          </a:p>
          <a:p>
            <a:pPr marL="628650" indent="-342900">
              <a:lnSpc>
                <a:spcPct val="90000"/>
              </a:lnSpc>
              <a:spcAft>
                <a:spcPts val="600"/>
              </a:spcAft>
              <a:buFont typeface="+mj-lt"/>
              <a:buAutoNum type="arabicPeriod"/>
            </a:pPr>
            <a:r>
              <a:rPr lang="en-US" sz="1800" dirty="0"/>
              <a:t>A Measured Finding: Grading Consistency</a:t>
            </a:r>
          </a:p>
          <a:p>
            <a:pPr marL="628650" indent="-342900">
              <a:lnSpc>
                <a:spcPct val="90000"/>
              </a:lnSpc>
              <a:spcAft>
                <a:spcPts val="600"/>
              </a:spcAft>
              <a:buFont typeface="+mj-lt"/>
              <a:buAutoNum type="arabicPeriod"/>
            </a:pPr>
            <a:r>
              <a:rPr lang="en-US" sz="1800" dirty="0"/>
              <a:t>Status Against the Plan</a:t>
            </a:r>
          </a:p>
          <a:p>
            <a:pPr marL="628650" indent="-342900">
              <a:lnSpc>
                <a:spcPct val="90000"/>
              </a:lnSpc>
              <a:spcAft>
                <a:spcPts val="600"/>
              </a:spcAft>
              <a:buFont typeface="+mj-lt"/>
              <a:buAutoNum type="arabicPeriod"/>
            </a:pPr>
            <a:r>
              <a:rPr lang="en-US" sz="1800" dirty="0"/>
              <a:t>Four-Week Plan to the Defense</a:t>
            </a:r>
          </a:p>
          <a:p>
            <a:pPr marL="628650" indent="-342900">
              <a:lnSpc>
                <a:spcPct val="90000"/>
              </a:lnSpc>
              <a:spcAft>
                <a:spcPts val="600"/>
              </a:spcAft>
              <a:buFont typeface="+mj-lt"/>
              <a:buAutoNum type="arabicPeriod"/>
            </a:pPr>
            <a:r>
              <a:rPr lang="en-US" sz="1800" dirty="0"/>
              <a:t>Risks and Support We Need</a:t>
            </a:r>
          </a:p>
        </p:txBody>
      </p:sp>
      <p:sp>
        <p:nvSpPr>
          <p:cNvPr id="143" name="Rectangle 142">
            <a:extLst>
              <a:ext uri="{FF2B5EF4-FFF2-40B4-BE49-F238E27FC236}">
                <a16:creationId xmlns:a16="http://schemas.microsoft.com/office/drawing/2014/main" id="{DE4A42E0-EF5F-4494-B39B-3DB7D04759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265" y="3667039"/>
            <a:ext cx="6269016" cy="2376200"/>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8" name="Artboard 3@4x.png" descr="Artboard 3@4x.png"/>
          <p:cNvPicPr>
            <a:picLocks noChangeAspect="1"/>
          </p:cNvPicPr>
          <p:nvPr/>
        </p:nvPicPr>
        <p:blipFill>
          <a:blip r:embed="rId2"/>
          <a:stretch>
            <a:fillRect/>
          </a:stretch>
        </p:blipFill>
        <p:spPr>
          <a:xfrm>
            <a:off x="5007635" y="4274354"/>
            <a:ext cx="5956764" cy="1161570"/>
          </a:xfrm>
          <a:prstGeom prst="rect">
            <a:avLst/>
          </a:prstGeom>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Box 2"/>
          <p:cNvSpPr txBox="1"/>
          <p:nvPr/>
        </p:nvSpPr>
        <p:spPr>
          <a:xfrm>
            <a:off x="1772047" y="2706082"/>
            <a:ext cx="7978885" cy="757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rtl="0">
              <a:defRPr sz="3200">
                <a:solidFill>
                  <a:srgbClr val="58BBCF"/>
                </a:solidFill>
                <a:latin typeface="FrutigerLTArabic-55Roman"/>
                <a:ea typeface="FrutigerLTArabic-55Roman"/>
                <a:cs typeface="FrutigerLTArabic-55Roman"/>
                <a:sym typeface="FrutigerLTArabic-55Roman"/>
              </a:defRPr>
            </a:lvl1pPr>
          </a:lstStyle>
          <a:p>
            <a:pPr marL="285750" algn="ctr">
              <a:lnSpc>
                <a:spcPct val="90000"/>
              </a:lnSpc>
              <a:spcAft>
                <a:spcPts val="600"/>
              </a:spcAft>
            </a:pPr>
            <a:r>
              <a:rPr lang="en-US" sz="4800" dirty="0"/>
              <a:t>Project Overview</a:t>
            </a:r>
            <a:r>
              <a:rPr lang="en-US" sz="4800" dirty="0">
                <a:solidFill>
                  <a:schemeClr val="tx1"/>
                </a:solidFill>
              </a:rPr>
              <a:t/>
            </a:r>
          </a:p>
        </p:txBody>
      </p:sp>
      <p:pic>
        <p:nvPicPr>
          <p:cNvPr id="108" name="Artboard 3@4x.png" descr="Artboard 3@4x.png"/>
          <p:cNvPicPr>
            <a:picLocks noChangeAspect="1"/>
          </p:cNvPicPr>
          <p:nvPr/>
        </p:nvPicPr>
        <p:blipFill>
          <a:blip r:embed="rId2"/>
          <a:stretch>
            <a:fillRect/>
          </a:stretch>
        </p:blipFill>
        <p:spPr>
          <a:xfrm>
            <a:off x="6293691" y="5773806"/>
            <a:ext cx="5989152" cy="1162476"/>
          </a:xfrm>
          <a:prstGeom prst="rect">
            <a:avLst/>
          </a:prstGeom>
          <a:ln w="12700">
            <a:miter lim="400000"/>
          </a:ln>
        </p:spPr>
      </p:pic>
    </p:spTree>
    <p:extLst>
      <p:ext uri="{BB962C8B-B14F-4D97-AF65-F5344CB8AC3E}">
        <p14:creationId xmlns:p14="http://schemas.microsoft.com/office/powerpoint/2010/main" val="3121984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71D-94D6-9CD7-D18E-AF0C7453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70AA1-0E88-5533-9CEF-4879569572B3}"/>
              </a:ext>
            </a:extLst>
          </p:cNvPr>
          <p:cNvSpPr>
            <a:spLocks noGrp="1"/>
          </p:cNvSpPr>
          <p:nvPr>
            <p:ph type="title"/>
          </p:nvPr>
        </p:nvSpPr>
        <p:spPr>
          <a:xfrm>
            <a:off x="521207" y="356616"/>
            <a:ext cx="11155680" cy="641639"/>
          </a:xfrm>
        </p:spPr>
        <p:txBody>
          <a:bodyPr>
            <a:normAutofit fontScale="90000"/>
          </a:bodyPr>
          <a:lstStyle/>
          <a:p>
            <a:pPr marL="285750" algn="l">
              <a:spcAft>
                <a:spcPts val="600"/>
              </a:spcAft>
            </a:pPr>
            <a:r>
              <a:rPr lang="en-US" sz="3200" b="1" dirty="0">
                <a:solidFill>
                  <a:srgbClr val="7030A0"/>
                </a:solidFill>
              </a:rPr>
              <a:t>Project Overview</a:t>
            </a:r>
          </a:p>
        </p:txBody>
      </p:sp>
      <p:sp>
        <p:nvSpPr>
          <p:cNvPr id="3" name="Card The problem"/>
          <p:cNvSpPr/>
          <p:nvPr/>
        </p:nvSpPr>
        <p:spPr>
          <a:xfrm>
            <a:off x="548640" y="1417320"/>
            <a:ext cx="3474720" cy="416052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645920"/>
            <a:ext cx="2926080" cy="457200"/>
          </a:xfrm>
          <a:prstGeom prst="rect">
            <a:avLst/>
          </a:prstGeom>
          <a:noFill/>
        </p:spPr>
        <p:txBody>
          <a:bodyPr wrap="square" anchor="t" lIns="0" rIns="0" tIns="0" bIns="0">
            <a:spAutoFit/>
          </a:bodyPr>
          <a:lstStyle/>
          <a:p>
            <a:pPr algn="l">
              <a:spcAft>
                <a:spcPts val="600"/>
              </a:spcAft>
            </a:pPr>
            <a:r>
              <a:rPr sz="2200" b="1" i="0">
                <a:solidFill>
                  <a:srgbClr val="7030A0"/>
                </a:solidFill>
                <a:latin typeface="Calibri"/>
              </a:rPr>
              <a:t>The problem</a:t>
            </a:r>
          </a:p>
        </p:txBody>
      </p:sp>
      <p:sp>
        <p:nvSpPr>
          <p:cNvPr id="5" name="TextBox 4"/>
          <p:cNvSpPr txBox="1"/>
          <p:nvPr/>
        </p:nvSpPr>
        <p:spPr>
          <a:xfrm>
            <a:off x="822959" y="2240280"/>
            <a:ext cx="2926080" cy="3200400"/>
          </a:xfrm>
          <a:prstGeom prst="rect">
            <a:avLst/>
          </a:prstGeom>
          <a:noFill/>
        </p:spPr>
        <p:txBody>
          <a:bodyPr wrap="square" anchor="t" lIns="0" rIns="0" tIns="0" bIns="0">
            <a:spAutoFit/>
          </a:bodyPr>
          <a:lstStyle/>
          <a:p>
            <a:pPr algn="l" marL="201168" indent="-201168">
              <a:spcAft>
                <a:spcPts val="1400"/>
              </a:spcAft>
              <a:buChar char="•"/>
            </a:pPr>
            <a:r>
              <a:rPr sz="1900" b="0" i="0">
                <a:solidFill>
                  <a:srgbClr val="262626"/>
                </a:solidFill>
                <a:latin typeface="Calibri"/>
              </a:rPr>
              <a:t>Instructors grade short Arabic answers by hand, one at a time.</a:t>
            </a:r>
          </a:p>
          <a:p>
            <a:pPr algn="l" marL="201168" indent="-201168">
              <a:spcAft>
                <a:spcPts val="1400"/>
              </a:spcAft>
              <a:buChar char="•"/>
            </a:pPr>
            <a:r>
              <a:rPr sz="1900" b="0" i="0">
                <a:solidFill>
                  <a:srgbClr val="262626"/>
                </a:solidFill>
                <a:latin typeface="Calibri"/>
              </a:rPr>
              <a:t>Feedback reaches students too late to help.</a:t>
            </a:r>
          </a:p>
          <a:p>
            <a:pPr algn="l" marL="201168" indent="-201168">
              <a:spcAft>
                <a:spcPts val="1400"/>
              </a:spcAft>
              <a:buChar char="•"/>
            </a:pPr>
            <a:r>
              <a:rPr sz="1900" b="0" i="0">
                <a:solidFill>
                  <a:srgbClr val="262626"/>
                </a:solidFill>
                <a:latin typeface="Calibri"/>
              </a:rPr>
              <a:t>Marking at volume drifts between students.</a:t>
            </a:r>
          </a:p>
        </p:txBody>
      </p:sp>
      <p:sp>
        <p:nvSpPr>
          <p:cNvPr id="6" name="Card Our solution"/>
          <p:cNvSpPr/>
          <p:nvPr/>
        </p:nvSpPr>
        <p:spPr>
          <a:xfrm>
            <a:off x="4297679" y="1417320"/>
            <a:ext cx="3474720" cy="4160520"/>
          </a:xfrm>
          <a:prstGeom prst="roundRect">
            <a:avLst>
              <a:gd name="adj" fmla="val 6000"/>
            </a:avLst>
          </a:prstGeom>
          <a:solidFill>
            <a:srgbClr val="E6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9" y="1645920"/>
            <a:ext cx="2926080" cy="457200"/>
          </a:xfrm>
          <a:prstGeom prst="rect">
            <a:avLst/>
          </a:prstGeom>
          <a:noFill/>
        </p:spPr>
        <p:txBody>
          <a:bodyPr wrap="square" anchor="t" lIns="0" rIns="0" tIns="0" bIns="0">
            <a:spAutoFit/>
          </a:bodyPr>
          <a:lstStyle/>
          <a:p>
            <a:pPr algn="l">
              <a:spcAft>
                <a:spcPts val="600"/>
              </a:spcAft>
            </a:pPr>
            <a:r>
              <a:rPr sz="2200" b="1" i="0">
                <a:solidFill>
                  <a:srgbClr val="1A8FB0"/>
                </a:solidFill>
                <a:latin typeface="Calibri"/>
              </a:rPr>
              <a:t>Our solution</a:t>
            </a:r>
          </a:p>
        </p:txBody>
      </p:sp>
      <p:sp>
        <p:nvSpPr>
          <p:cNvPr id="8" name="TextBox 7"/>
          <p:cNvSpPr txBox="1"/>
          <p:nvPr/>
        </p:nvSpPr>
        <p:spPr>
          <a:xfrm>
            <a:off x="4571999" y="2240280"/>
            <a:ext cx="2926080" cy="3200400"/>
          </a:xfrm>
          <a:prstGeom prst="rect">
            <a:avLst/>
          </a:prstGeom>
          <a:noFill/>
        </p:spPr>
        <p:txBody>
          <a:bodyPr wrap="square" anchor="t" lIns="0" rIns="0" tIns="0" bIns="0">
            <a:spAutoFit/>
          </a:bodyPr>
          <a:lstStyle/>
          <a:p>
            <a:pPr algn="l" marL="201168" indent="-201168">
              <a:spcAft>
                <a:spcPts val="1400"/>
              </a:spcAft>
              <a:buChar char="•"/>
            </a:pPr>
            <a:r>
              <a:rPr sz="1900" b="0" i="0">
                <a:solidFill>
                  <a:srgbClr val="262626"/>
                </a:solidFill>
                <a:latin typeface="Calibri"/>
              </a:rPr>
              <a:t>Upload a CSV or Excel file with an ideal answer and rubric.</a:t>
            </a:r>
          </a:p>
          <a:p>
            <a:pPr algn="l" marL="201168" indent="-201168">
              <a:spcAft>
                <a:spcPts val="1400"/>
              </a:spcAft>
              <a:buChar char="•"/>
            </a:pPr>
            <a:r>
              <a:rPr sz="1900" b="0" i="0">
                <a:solidFill>
                  <a:srgbClr val="262626"/>
                </a:solidFill>
                <a:latin typeface="Calibri"/>
              </a:rPr>
              <a:t>An LLM gives every student a preliminary score and formal Arabic feedback.</a:t>
            </a:r>
          </a:p>
          <a:p>
            <a:pPr algn="l" marL="201168" indent="-201168">
              <a:spcAft>
                <a:spcPts val="1400"/>
              </a:spcAft>
              <a:buChar char="•"/>
            </a:pPr>
            <a:r>
              <a:rPr sz="1900" b="0" i="0">
                <a:solidFill>
                  <a:srgbClr val="262626"/>
                </a:solidFill>
                <a:latin typeface="Calibri"/>
              </a:rPr>
              <a:t>Download the results as an Excel workbook.</a:t>
            </a:r>
          </a:p>
        </p:txBody>
      </p:sp>
      <p:sp>
        <p:nvSpPr>
          <p:cNvPr id="9" name="Card Objectives"/>
          <p:cNvSpPr/>
          <p:nvPr/>
        </p:nvSpPr>
        <p:spPr>
          <a:xfrm>
            <a:off x="8046719" y="1417320"/>
            <a:ext cx="3474720" cy="416052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645920"/>
            <a:ext cx="2926080" cy="457200"/>
          </a:xfrm>
          <a:prstGeom prst="rect">
            <a:avLst/>
          </a:prstGeom>
          <a:noFill/>
        </p:spPr>
        <p:txBody>
          <a:bodyPr wrap="square" anchor="t" lIns="0" rIns="0" tIns="0" bIns="0">
            <a:spAutoFit/>
          </a:bodyPr>
          <a:lstStyle/>
          <a:p>
            <a:pPr algn="l">
              <a:spcAft>
                <a:spcPts val="600"/>
              </a:spcAft>
            </a:pPr>
            <a:r>
              <a:rPr sz="2200" b="1" i="0">
                <a:solidFill>
                  <a:srgbClr val="7030A0"/>
                </a:solidFill>
                <a:latin typeface="Calibri"/>
              </a:rPr>
              <a:t>Objectives</a:t>
            </a:r>
          </a:p>
        </p:txBody>
      </p:sp>
      <p:sp>
        <p:nvSpPr>
          <p:cNvPr id="11" name="TextBox 10"/>
          <p:cNvSpPr txBox="1"/>
          <p:nvPr/>
        </p:nvSpPr>
        <p:spPr>
          <a:xfrm>
            <a:off x="8321040" y="2240280"/>
            <a:ext cx="2926080" cy="3200400"/>
          </a:xfrm>
          <a:prstGeom prst="rect">
            <a:avLst/>
          </a:prstGeom>
          <a:noFill/>
        </p:spPr>
        <p:txBody>
          <a:bodyPr wrap="square" anchor="t" lIns="0" rIns="0" tIns="0" bIns="0">
            <a:spAutoFit/>
          </a:bodyPr>
          <a:lstStyle/>
          <a:p>
            <a:pPr algn="l" marL="201168" indent="-201168">
              <a:spcAft>
                <a:spcPts val="1400"/>
              </a:spcAft>
              <a:buChar char="•"/>
            </a:pPr>
            <a:r>
              <a:rPr sz="1900" b="0" i="0">
                <a:solidFill>
                  <a:srgbClr val="262626"/>
                </a:solidFill>
                <a:latin typeface="Calibri"/>
              </a:rPr>
              <a:t>100 answers graded in under 2 minutes</a:t>
            </a:r>
          </a:p>
          <a:p>
            <a:pPr algn="l" marL="201168" indent="-201168">
              <a:spcAft>
                <a:spcPts val="1400"/>
              </a:spcAft>
              <a:buChar char="•"/>
            </a:pPr>
            <a:r>
              <a:rPr sz="1900" b="0" i="0">
                <a:solidFill>
                  <a:srgbClr val="262626"/>
                </a:solidFill>
                <a:latin typeface="Calibri"/>
              </a:rPr>
              <a:t>The same rubric applied to every student</a:t>
            </a:r>
          </a:p>
          <a:p>
            <a:pPr algn="l" marL="201168" indent="-201168">
              <a:spcAft>
                <a:spcPts val="1400"/>
              </a:spcAft>
              <a:buChar char="•"/>
            </a:pPr>
            <a:r>
              <a:rPr sz="1900" b="0" i="0">
                <a:solidFill>
                  <a:srgbClr val="262626"/>
                </a:solidFill>
                <a:latin typeface="Calibri"/>
              </a:rPr>
              <a:t>Usable with no technical background</a:t>
            </a:r>
          </a:p>
          <a:p>
            <a:pPr algn="l" marL="201168" indent="-201168">
              <a:spcAft>
                <a:spcPts val="1400"/>
              </a:spcAft>
              <a:buChar char="•"/>
            </a:pPr>
            <a:r>
              <a:rPr sz="1900" b="0" i="0">
                <a:solidFill>
                  <a:srgbClr val="262626"/>
                </a:solidFill>
                <a:latin typeface="Calibri"/>
              </a:rPr>
              <a:t>Compliant with the Saudi PDPL</a:t>
            </a:r>
          </a:p>
        </p:txBody>
      </p:sp>
      <p:sp>
        <p:nvSpPr>
          <p:cNvPr id="12" name="TextBox 11"/>
          <p:cNvSpPr txBox="1"/>
          <p:nvPr/>
        </p:nvSpPr>
        <p:spPr>
          <a:xfrm>
            <a:off x="548640" y="5852160"/>
            <a:ext cx="11064240" cy="365760"/>
          </a:xfrm>
          <a:prstGeom prst="rect">
            <a:avLst/>
          </a:prstGeom>
          <a:noFill/>
        </p:spPr>
        <p:txBody>
          <a:bodyPr wrap="square" anchor="t" lIns="0" rIns="0" tIns="0" bIns="0">
            <a:spAutoFit/>
          </a:bodyPr>
          <a:lstStyle/>
          <a:p>
            <a:pPr algn="l">
              <a:spcAft>
                <a:spcPts val="600"/>
              </a:spcAft>
            </a:pPr>
            <a:r>
              <a:rPr sz="1500" b="0" i="1">
                <a:solidFill>
                  <a:srgbClr val="595959"/>
                </a:solidFill>
                <a:latin typeface="Calibri"/>
              </a:rPr>
              <a:t>Grades stay preliminary: the instructor reviews them and makes the final decision.</a:t>
            </a:r>
          </a:p>
        </p:txBody>
      </p:sp>
    </p:spTree>
    <p:extLst>
      <p:ext uri="{BB962C8B-B14F-4D97-AF65-F5344CB8AC3E}">
        <p14:creationId xmlns:p14="http://schemas.microsoft.com/office/powerpoint/2010/main" val="434084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Box 2"/>
          <p:cNvSpPr txBox="1"/>
          <p:nvPr/>
        </p:nvSpPr>
        <p:spPr>
          <a:xfrm>
            <a:off x="1772047" y="2706082"/>
            <a:ext cx="7978885" cy="757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rtl="0">
              <a:defRPr sz="3200">
                <a:solidFill>
                  <a:srgbClr val="58BBCF"/>
                </a:solidFill>
                <a:latin typeface="FrutigerLTArabic-55Roman"/>
                <a:ea typeface="FrutigerLTArabic-55Roman"/>
                <a:cs typeface="FrutigerLTArabic-55Roman"/>
                <a:sym typeface="FrutigerLTArabic-55Roman"/>
              </a:defRPr>
            </a:lvl1pPr>
          </a:lstStyle>
          <a:p>
            <a:pPr marL="285750" algn="ctr">
              <a:lnSpc>
                <a:spcPct val="90000"/>
              </a:lnSpc>
              <a:spcAft>
                <a:spcPts val="600"/>
              </a:spcAft>
            </a:pPr>
            <a:r>
              <a:rPr lang="en-US" sz="4800" dirty="0"/>
              <a:t>Progress So Far</a:t>
            </a:r>
            <a:r>
              <a:rPr lang="en-US" sz="4800" dirty="0">
                <a:solidFill>
                  <a:schemeClr val="tx1"/>
                </a:solidFill>
              </a:rPr>
              <a:t/>
            </a:r>
          </a:p>
        </p:txBody>
      </p:sp>
      <p:pic>
        <p:nvPicPr>
          <p:cNvPr id="108" name="Artboard 3@4x.png" descr="Artboard 3@4x.png"/>
          <p:cNvPicPr>
            <a:picLocks noChangeAspect="1"/>
          </p:cNvPicPr>
          <p:nvPr/>
        </p:nvPicPr>
        <p:blipFill>
          <a:blip r:embed="rId2"/>
          <a:stretch>
            <a:fillRect/>
          </a:stretch>
        </p:blipFill>
        <p:spPr>
          <a:xfrm>
            <a:off x="6293691" y="5773806"/>
            <a:ext cx="5989152" cy="1162476"/>
          </a:xfrm>
          <a:prstGeom prst="rect">
            <a:avLst/>
          </a:prstGeom>
          <a:ln w="12700">
            <a:miter lim="400000"/>
          </a:ln>
        </p:spPr>
      </p:pic>
    </p:spTree>
    <p:extLst>
      <p:ext uri="{BB962C8B-B14F-4D97-AF65-F5344CB8AC3E}">
        <p14:creationId xmlns:p14="http://schemas.microsoft.com/office/powerpoint/2010/main" val="3121984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71D-94D6-9CD7-D18E-AF0C7453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70AA1-0E88-5533-9CEF-4879569572B3}"/>
              </a:ext>
            </a:extLst>
          </p:cNvPr>
          <p:cNvSpPr>
            <a:spLocks noGrp="1"/>
          </p:cNvSpPr>
          <p:nvPr>
            <p:ph type="title"/>
          </p:nvPr>
        </p:nvSpPr>
        <p:spPr>
          <a:xfrm>
            <a:off x="521207" y="356616"/>
            <a:ext cx="11155680" cy="641639"/>
          </a:xfrm>
        </p:spPr>
        <p:txBody>
          <a:bodyPr>
            <a:normAutofit fontScale="90000"/>
          </a:bodyPr>
          <a:lstStyle/>
          <a:p>
            <a:pPr marL="285750" algn="l">
              <a:spcAft>
                <a:spcPts val="600"/>
              </a:spcAft>
            </a:pPr>
            <a:r>
              <a:rPr lang="en-US" sz="3200" b="1" dirty="0">
                <a:solidFill>
                  <a:srgbClr val="7030A0"/>
                </a:solidFill>
              </a:rPr>
              <a:t>What We Have Built: a Working End-to-End System</a:t>
            </a:r>
          </a:p>
        </p:txBody>
      </p:sp>
      <p:sp>
        <p:nvSpPr>
          <p:cNvPr id="3" name="Step 1"/>
          <p:cNvSpPr/>
          <p:nvPr/>
        </p:nvSpPr>
        <p:spPr>
          <a:xfrm>
            <a:off x="548640" y="1371600"/>
            <a:ext cx="1920240" cy="1051560"/>
          </a:xfrm>
          <a:prstGeom prst="roundRect">
            <a:avLst>
              <a:gd name="adj" fmla="val 6000"/>
            </a:avLst>
          </a:prstGeom>
          <a:solidFill>
            <a:srgbClr val="1F6F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Sign in</a:t>
            </a:r>
          </a:p>
        </p:txBody>
      </p:sp>
      <p:sp>
        <p:nvSpPr>
          <p:cNvPr id="4" name="Right Arrow 3"/>
          <p:cNvSpPr/>
          <p:nvPr/>
        </p:nvSpPr>
        <p:spPr>
          <a:xfrm>
            <a:off x="2514600" y="1783080"/>
            <a:ext cx="274320" cy="22860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ep 2"/>
          <p:cNvSpPr/>
          <p:nvPr/>
        </p:nvSpPr>
        <p:spPr>
          <a:xfrm>
            <a:off x="2834640" y="1371600"/>
            <a:ext cx="1920240" cy="1051560"/>
          </a:xfrm>
          <a:prstGeom prst="roundRect">
            <a:avLst>
              <a:gd name="adj" fmla="val 6000"/>
            </a:avLst>
          </a:prstGeom>
          <a:solidFill>
            <a:srgbClr val="1F6F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Upload CSV / Excel</a:t>
            </a:r>
          </a:p>
        </p:txBody>
      </p:sp>
      <p:sp>
        <p:nvSpPr>
          <p:cNvPr id="6" name="Right Arrow 5"/>
          <p:cNvSpPr/>
          <p:nvPr/>
        </p:nvSpPr>
        <p:spPr>
          <a:xfrm>
            <a:off x="4800600" y="1783080"/>
            <a:ext cx="274320" cy="22860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ep 3"/>
          <p:cNvSpPr/>
          <p:nvPr/>
        </p:nvSpPr>
        <p:spPr>
          <a:xfrm>
            <a:off x="5120640" y="1371600"/>
            <a:ext cx="1920240" cy="1051560"/>
          </a:xfrm>
          <a:prstGeom prst="roundRect">
            <a:avLst>
              <a:gd name="adj" fmla="val 6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AI grading</a:t>
            </a:r>
          </a:p>
          <a:p>
            <a:pPr algn="ctr"/>
            <a:r>
              <a:rPr sz="1300" b="0">
                <a:solidFill>
                  <a:srgbClr val="FFFFFF"/>
                </a:solidFill>
                <a:latin typeface="Calibri"/>
              </a:rPr>
              <a:t>10 answers per call</a:t>
            </a:r>
          </a:p>
        </p:txBody>
      </p:sp>
      <p:sp>
        <p:nvSpPr>
          <p:cNvPr id="8" name="Right Arrow 7"/>
          <p:cNvSpPr/>
          <p:nvPr/>
        </p:nvSpPr>
        <p:spPr>
          <a:xfrm>
            <a:off x="7086600" y="1783080"/>
            <a:ext cx="274320" cy="22860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ep 4"/>
          <p:cNvSpPr/>
          <p:nvPr/>
        </p:nvSpPr>
        <p:spPr>
          <a:xfrm>
            <a:off x="7406640" y="1371600"/>
            <a:ext cx="1920240" cy="1051560"/>
          </a:xfrm>
          <a:prstGeom prst="roundRect">
            <a:avLst>
              <a:gd name="adj" fmla="val 6000"/>
            </a:avLst>
          </a:prstGeom>
          <a:solidFill>
            <a:srgbClr val="1F6F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Review in Arabic</a:t>
            </a:r>
          </a:p>
          <a:p>
            <a:pPr algn="ctr"/>
            <a:r>
              <a:rPr sz="1300" b="0">
                <a:solidFill>
                  <a:srgbClr val="FFFFFF"/>
                </a:solidFill>
                <a:latin typeface="Calibri"/>
              </a:rPr>
              <a:t>RTL dashboard</a:t>
            </a:r>
          </a:p>
        </p:txBody>
      </p:sp>
      <p:sp>
        <p:nvSpPr>
          <p:cNvPr id="10" name="Right Arrow 9"/>
          <p:cNvSpPr/>
          <p:nvPr/>
        </p:nvSpPr>
        <p:spPr>
          <a:xfrm>
            <a:off x="9372600" y="1783080"/>
            <a:ext cx="274320" cy="22860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5"/>
          <p:cNvSpPr/>
          <p:nvPr/>
        </p:nvSpPr>
        <p:spPr>
          <a:xfrm>
            <a:off x="9692640" y="1371600"/>
            <a:ext cx="1920240" cy="1051560"/>
          </a:xfrm>
          <a:prstGeom prst="roundRect">
            <a:avLst>
              <a:gd name="adj" fmla="val 6000"/>
            </a:avLst>
          </a:prstGeom>
          <a:solidFill>
            <a:srgbClr val="1F6F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Export to Excel</a:t>
            </a:r>
          </a:p>
        </p:txBody>
      </p:sp>
      <p:sp>
        <p:nvSpPr>
          <p:cNvPr id="12" name="Fact 1"/>
          <p:cNvSpPr/>
          <p:nvPr/>
        </p:nvSpPr>
        <p:spPr>
          <a:xfrm>
            <a:off x="548640" y="2788920"/>
            <a:ext cx="5440680" cy="123444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44368"/>
            <a:ext cx="4983480" cy="1005840"/>
          </a:xfrm>
          <a:prstGeom prst="rect">
            <a:avLst/>
          </a:prstGeom>
          <a:noFill/>
        </p:spPr>
        <p:txBody>
          <a:bodyPr wrap="square" anchor="t" lIns="0" rIns="0" tIns="0" bIns="0">
            <a:spAutoFit/>
          </a:bodyPr>
          <a:lstStyle/>
          <a:p>
            <a:pPr algn="l">
              <a:spcAft>
                <a:spcPts val="400"/>
              </a:spcAft>
            </a:pPr>
            <a:r>
              <a:rPr sz="1700" b="1" i="0">
                <a:solidFill>
                  <a:srgbClr val="7030A0"/>
                </a:solidFill>
                <a:latin typeface="Calibri"/>
              </a:rPr>
              <a:t>4 AI providers, one interface</a:t>
            </a:r>
          </a:p>
          <a:p>
            <a:pPr algn="l">
              <a:spcAft>
                <a:spcPts val="600"/>
              </a:spcAft>
            </a:pPr>
            <a:r>
              <a:rPr sz="1400" b="0" i="0">
                <a:solidFill>
                  <a:srgbClr val="262626"/>
                </a:solidFill>
                <a:latin typeface="Calibri"/>
              </a:rPr>
              <a:t>Gemini (default, free tier), OpenAI, Claude and DeepSeek. Switching is a setting, not a code change.</a:t>
            </a:r>
          </a:p>
        </p:txBody>
      </p:sp>
      <p:sp>
        <p:nvSpPr>
          <p:cNvPr id="14" name="Fact 2"/>
          <p:cNvSpPr/>
          <p:nvPr/>
        </p:nvSpPr>
        <p:spPr>
          <a:xfrm>
            <a:off x="6172200" y="2788920"/>
            <a:ext cx="5440680" cy="1234440"/>
          </a:xfrm>
          <a:prstGeom prst="roundRect">
            <a:avLst>
              <a:gd name="adj" fmla="val 6000"/>
            </a:avLst>
          </a:prstGeom>
          <a:solidFill>
            <a:srgbClr val="E6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944368"/>
            <a:ext cx="4983480" cy="1005840"/>
          </a:xfrm>
          <a:prstGeom prst="rect">
            <a:avLst/>
          </a:prstGeom>
          <a:noFill/>
        </p:spPr>
        <p:txBody>
          <a:bodyPr wrap="square" anchor="t" lIns="0" rIns="0" tIns="0" bIns="0">
            <a:spAutoFit/>
          </a:bodyPr>
          <a:lstStyle/>
          <a:p>
            <a:pPr algn="l">
              <a:spcAft>
                <a:spcPts val="400"/>
              </a:spcAft>
            </a:pPr>
            <a:r>
              <a:rPr sz="1700" b="1" i="0">
                <a:solidFill>
                  <a:srgbClr val="1A8FB0"/>
                </a:solidFill>
                <a:latin typeface="Calibri"/>
              </a:rPr>
              <a:t>Every AI result is validated</a:t>
            </a:r>
          </a:p>
          <a:p>
            <a:pPr algn="l">
              <a:spcAft>
                <a:spcPts val="600"/>
              </a:spcAft>
            </a:pPr>
            <a:r>
              <a:rPr sz="1400" b="0" i="0">
                <a:solidFill>
                  <a:srgbClr val="262626"/>
                </a:solidFill>
                <a:latin typeface="Calibri"/>
              </a:rPr>
              <a:t>Each returned grade must match a student ID we sent, be in range, and carry feedback.</a:t>
            </a:r>
          </a:p>
        </p:txBody>
      </p:sp>
      <p:sp>
        <p:nvSpPr>
          <p:cNvPr id="16" name="Fact 3"/>
          <p:cNvSpPr/>
          <p:nvPr/>
        </p:nvSpPr>
        <p:spPr>
          <a:xfrm>
            <a:off x="548640" y="4206240"/>
            <a:ext cx="5440680" cy="1234440"/>
          </a:xfrm>
          <a:prstGeom prst="roundRect">
            <a:avLst>
              <a:gd name="adj" fmla="val 6000"/>
            </a:avLst>
          </a:prstGeom>
          <a:solidFill>
            <a:srgbClr val="E6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361688"/>
            <a:ext cx="4983480" cy="1005840"/>
          </a:xfrm>
          <a:prstGeom prst="rect">
            <a:avLst/>
          </a:prstGeom>
          <a:noFill/>
        </p:spPr>
        <p:txBody>
          <a:bodyPr wrap="square" anchor="t" lIns="0" rIns="0" tIns="0" bIns="0">
            <a:spAutoFit/>
          </a:bodyPr>
          <a:lstStyle/>
          <a:p>
            <a:pPr algn="l">
              <a:spcAft>
                <a:spcPts val="400"/>
              </a:spcAft>
            </a:pPr>
            <a:r>
              <a:rPr sz="1700" b="1" i="0">
                <a:solidFill>
                  <a:srgbClr val="1A8FB0"/>
                </a:solidFill>
                <a:latin typeface="Calibri"/>
              </a:rPr>
              <a:t>Privacy by design (PDPL)</a:t>
            </a:r>
          </a:p>
          <a:p>
            <a:pPr algn="l">
              <a:spcAft>
                <a:spcPts val="600"/>
              </a:spcAft>
            </a:pPr>
            <a:r>
              <a:rPr sz="1400" b="0" i="0">
                <a:solidFill>
                  <a:srgbClr val="262626"/>
                </a:solidFill>
                <a:latin typeface="Calibri"/>
              </a:rPr>
              <a:t>Student data is deleted at sign-out or session expiry. API keys are encrypted at rest.</a:t>
            </a:r>
          </a:p>
        </p:txBody>
      </p:sp>
      <p:sp>
        <p:nvSpPr>
          <p:cNvPr id="18" name="Fact 4"/>
          <p:cNvSpPr/>
          <p:nvPr/>
        </p:nvSpPr>
        <p:spPr>
          <a:xfrm>
            <a:off x="6172200" y="4206240"/>
            <a:ext cx="5440680" cy="123444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361688"/>
            <a:ext cx="4983480" cy="1005840"/>
          </a:xfrm>
          <a:prstGeom prst="rect">
            <a:avLst/>
          </a:prstGeom>
          <a:noFill/>
        </p:spPr>
        <p:txBody>
          <a:bodyPr wrap="square" anchor="t" lIns="0" rIns="0" tIns="0" bIns="0">
            <a:spAutoFit/>
          </a:bodyPr>
          <a:lstStyle/>
          <a:p>
            <a:pPr algn="l">
              <a:spcAft>
                <a:spcPts val="400"/>
              </a:spcAft>
            </a:pPr>
            <a:r>
              <a:rPr sz="1700" b="1" i="0">
                <a:solidFill>
                  <a:srgbClr val="7030A0"/>
                </a:solidFill>
                <a:latin typeface="Calibri"/>
              </a:rPr>
              <a:t>148 automated tests, all passing</a:t>
            </a:r>
          </a:p>
          <a:p>
            <a:pPr algn="l">
              <a:spcAft>
                <a:spcPts val="600"/>
              </a:spcAft>
            </a:pPr>
            <a:r>
              <a:rPr sz="1400" b="0" i="0">
                <a:solidFill>
                  <a:srgbClr val="262626"/>
                </a:solidFill>
                <a:latin typeface="Calibri"/>
              </a:rPr>
              <a:t>They run offline in seconds, so every change is checked before it is merged.</a:t>
            </a:r>
          </a:p>
        </p:txBody>
      </p:sp>
      <p:sp>
        <p:nvSpPr>
          <p:cNvPr id="20" name="TextBox 19"/>
          <p:cNvSpPr txBox="1"/>
          <p:nvPr/>
        </p:nvSpPr>
        <p:spPr>
          <a:xfrm>
            <a:off x="548640" y="5806440"/>
            <a:ext cx="11064240" cy="320040"/>
          </a:xfrm>
          <a:prstGeom prst="rect">
            <a:avLst/>
          </a:prstGeom>
          <a:noFill/>
        </p:spPr>
        <p:txBody>
          <a:bodyPr wrap="square" anchor="t" lIns="0" rIns="0" tIns="0" bIns="0">
            <a:spAutoFit/>
          </a:bodyPr>
          <a:lstStyle/>
          <a:p>
            <a:pPr algn="l">
              <a:spcAft>
                <a:spcPts val="600"/>
              </a:spcAft>
            </a:pPr>
            <a:r>
              <a:rPr sz="1200" b="0" i="0">
                <a:solidFill>
                  <a:srgbClr val="595959"/>
                </a:solidFill>
                <a:latin typeface="Calibri"/>
              </a:rPr>
              <a:t>Python 3.12 · Flask 3 · pandas · openpyxl · SQLite · Bootstrap 5 (RTL) · pytest</a:t>
            </a:r>
          </a:p>
        </p:txBody>
      </p:sp>
    </p:spTree>
    <p:extLst>
      <p:ext uri="{BB962C8B-B14F-4D97-AF65-F5344CB8AC3E}">
        <p14:creationId xmlns:p14="http://schemas.microsoft.com/office/powerpoint/2010/main" val="434084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71D-94D6-9CD7-D18E-AF0C7453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70AA1-0E88-5533-9CEF-4879569572B3}"/>
              </a:ext>
            </a:extLst>
          </p:cNvPr>
          <p:cNvSpPr>
            <a:spLocks noGrp="1"/>
          </p:cNvSpPr>
          <p:nvPr>
            <p:ph type="title"/>
          </p:nvPr>
        </p:nvSpPr>
        <p:spPr>
          <a:xfrm>
            <a:off x="521207" y="356616"/>
            <a:ext cx="11155680" cy="641639"/>
          </a:xfrm>
        </p:spPr>
        <p:txBody>
          <a:bodyPr>
            <a:normAutofit fontScale="90000"/>
          </a:bodyPr>
          <a:lstStyle/>
          <a:p>
            <a:pPr marL="285750" algn="l">
              <a:spcAft>
                <a:spcPts val="600"/>
              </a:spcAft>
            </a:pPr>
            <a:r>
              <a:rPr lang="en-US" sz="3200" b="1" dirty="0">
                <a:solidFill>
                  <a:srgbClr val="7030A0"/>
                </a:solidFill>
              </a:rPr>
              <a:t>Results So Far: Speed Target Met</a:t>
            </a:r>
          </a:p>
        </p:txBody>
      </p:sp>
      <p:sp>
        <p:nvSpPr>
          <p:cNvPr id="3" name="Stat 1"/>
          <p:cNvSpPr/>
          <p:nvPr/>
        </p:nvSpPr>
        <p:spPr>
          <a:xfrm>
            <a:off x="548640" y="1325880"/>
            <a:ext cx="3474720" cy="155448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417320"/>
            <a:ext cx="2926080" cy="777240"/>
          </a:xfrm>
          <a:prstGeom prst="rect">
            <a:avLst/>
          </a:prstGeom>
          <a:noFill/>
        </p:spPr>
        <p:txBody>
          <a:bodyPr wrap="square" anchor="t" lIns="0" rIns="0" tIns="0" bIns="0">
            <a:spAutoFit/>
          </a:bodyPr>
          <a:lstStyle/>
          <a:p>
            <a:pPr algn="l">
              <a:spcAft>
                <a:spcPts val="600"/>
              </a:spcAft>
            </a:pPr>
            <a:r>
              <a:rPr sz="4400" b="1" i="0">
                <a:solidFill>
                  <a:srgbClr val="7030A0"/>
                </a:solidFill>
                <a:latin typeface="Calibri"/>
              </a:rPr>
              <a:t>34 s</a:t>
            </a:r>
          </a:p>
        </p:txBody>
      </p:sp>
      <p:sp>
        <p:nvSpPr>
          <p:cNvPr id="5" name="TextBox 4"/>
          <p:cNvSpPr txBox="1"/>
          <p:nvPr/>
        </p:nvSpPr>
        <p:spPr>
          <a:xfrm>
            <a:off x="822959" y="2194560"/>
            <a:ext cx="3017520" cy="640080"/>
          </a:xfrm>
          <a:prstGeom prst="rect">
            <a:avLst/>
          </a:prstGeom>
          <a:noFill/>
        </p:spPr>
        <p:txBody>
          <a:bodyPr wrap="square" anchor="t" lIns="0" rIns="0" tIns="0" bIns="0">
            <a:spAutoFit/>
          </a:bodyPr>
          <a:lstStyle/>
          <a:p>
            <a:pPr algn="l">
              <a:spcAft>
                <a:spcPts val="0"/>
              </a:spcAft>
            </a:pPr>
            <a:r>
              <a:rPr sz="1600" b="1" i="0">
                <a:solidFill>
                  <a:srgbClr val="262626"/>
                </a:solidFill>
                <a:latin typeface="Calibri"/>
              </a:rPr>
              <a:t>to grade 100 answers</a:t>
            </a:r>
          </a:p>
          <a:p>
            <a:pPr algn="l">
              <a:spcAft>
                <a:spcPts val="600"/>
              </a:spcAft>
            </a:pPr>
            <a:r>
              <a:rPr sz="1300" b="0" i="0">
                <a:solidFill>
                  <a:srgbClr val="595959"/>
                </a:solidFill>
                <a:latin typeface="Calibri"/>
              </a:rPr>
              <a:t>target: under 120 s</a:t>
            </a:r>
          </a:p>
        </p:txBody>
      </p:sp>
      <p:sp>
        <p:nvSpPr>
          <p:cNvPr id="6" name="Stat 2"/>
          <p:cNvSpPr/>
          <p:nvPr/>
        </p:nvSpPr>
        <p:spPr>
          <a:xfrm>
            <a:off x="4297679" y="1325880"/>
            <a:ext cx="3474720" cy="1554480"/>
          </a:xfrm>
          <a:prstGeom prst="roundRect">
            <a:avLst>
              <a:gd name="adj" fmla="val 6000"/>
            </a:avLst>
          </a:prstGeom>
          <a:solidFill>
            <a:srgbClr val="E6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9" y="1417320"/>
            <a:ext cx="2926080" cy="777240"/>
          </a:xfrm>
          <a:prstGeom prst="rect">
            <a:avLst/>
          </a:prstGeom>
          <a:noFill/>
        </p:spPr>
        <p:txBody>
          <a:bodyPr wrap="square" anchor="t" lIns="0" rIns="0" tIns="0" bIns="0">
            <a:spAutoFit/>
          </a:bodyPr>
          <a:lstStyle/>
          <a:p>
            <a:pPr algn="l">
              <a:spcAft>
                <a:spcPts val="600"/>
              </a:spcAft>
            </a:pPr>
            <a:r>
              <a:rPr sz="4400" b="1" i="0">
                <a:solidFill>
                  <a:srgbClr val="1A8FB0"/>
                </a:solidFill>
                <a:latin typeface="Calibri"/>
              </a:rPr>
              <a:t>0</a:t>
            </a:r>
          </a:p>
        </p:txBody>
      </p:sp>
      <p:sp>
        <p:nvSpPr>
          <p:cNvPr id="8" name="TextBox 7"/>
          <p:cNvSpPr txBox="1"/>
          <p:nvPr/>
        </p:nvSpPr>
        <p:spPr>
          <a:xfrm>
            <a:off x="4571999" y="2194560"/>
            <a:ext cx="3017520" cy="640080"/>
          </a:xfrm>
          <a:prstGeom prst="rect">
            <a:avLst/>
          </a:prstGeom>
          <a:noFill/>
        </p:spPr>
        <p:txBody>
          <a:bodyPr wrap="square" anchor="t" lIns="0" rIns="0" tIns="0" bIns="0">
            <a:spAutoFit/>
          </a:bodyPr>
          <a:lstStyle/>
          <a:p>
            <a:pPr algn="l">
              <a:spcAft>
                <a:spcPts val="0"/>
              </a:spcAft>
            </a:pPr>
            <a:r>
              <a:rPr sz="1600" b="1" i="0">
                <a:solidFill>
                  <a:srgbClr val="262626"/>
                </a:solidFill>
                <a:latin typeface="Calibri"/>
              </a:rPr>
              <a:t>failed grades</a:t>
            </a:r>
          </a:p>
          <a:p>
            <a:pPr algn="l">
              <a:spcAft>
                <a:spcPts val="600"/>
              </a:spcAft>
            </a:pPr>
            <a:r>
              <a:rPr sz="1300" b="0" i="0">
                <a:solidFill>
                  <a:srgbClr val="595959"/>
                </a:solidFill>
                <a:latin typeface="Calibri"/>
              </a:rPr>
              <a:t>out of 360 answers graded</a:t>
            </a:r>
          </a:p>
        </p:txBody>
      </p:sp>
      <p:sp>
        <p:nvSpPr>
          <p:cNvPr id="9" name="Stat 3"/>
          <p:cNvSpPr/>
          <p:nvPr/>
        </p:nvSpPr>
        <p:spPr>
          <a:xfrm>
            <a:off x="8046719" y="1325880"/>
            <a:ext cx="3474720" cy="155448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417320"/>
            <a:ext cx="2926080" cy="777240"/>
          </a:xfrm>
          <a:prstGeom prst="rect">
            <a:avLst/>
          </a:prstGeom>
          <a:noFill/>
        </p:spPr>
        <p:txBody>
          <a:bodyPr wrap="square" anchor="t" lIns="0" rIns="0" tIns="0" bIns="0">
            <a:spAutoFit/>
          </a:bodyPr>
          <a:lstStyle/>
          <a:p>
            <a:pPr algn="l">
              <a:spcAft>
                <a:spcPts val="600"/>
              </a:spcAft>
            </a:pPr>
            <a:r>
              <a:rPr sz="4400" b="1" i="0">
                <a:solidFill>
                  <a:srgbClr val="7030A0"/>
                </a:solidFill>
                <a:latin typeface="Calibri"/>
              </a:rPr>
              <a:t>148</a:t>
            </a:r>
          </a:p>
        </p:txBody>
      </p:sp>
      <p:sp>
        <p:nvSpPr>
          <p:cNvPr id="11" name="TextBox 10"/>
          <p:cNvSpPr txBox="1"/>
          <p:nvPr/>
        </p:nvSpPr>
        <p:spPr>
          <a:xfrm>
            <a:off x="8321040" y="2194560"/>
            <a:ext cx="3017520" cy="640080"/>
          </a:xfrm>
          <a:prstGeom prst="rect">
            <a:avLst/>
          </a:prstGeom>
          <a:noFill/>
        </p:spPr>
        <p:txBody>
          <a:bodyPr wrap="square" anchor="t" lIns="0" rIns="0" tIns="0" bIns="0">
            <a:spAutoFit/>
          </a:bodyPr>
          <a:lstStyle/>
          <a:p>
            <a:pPr algn="l">
              <a:spcAft>
                <a:spcPts val="0"/>
              </a:spcAft>
            </a:pPr>
            <a:r>
              <a:rPr sz="1600" b="1" i="0">
                <a:solidFill>
                  <a:srgbClr val="262626"/>
                </a:solidFill>
                <a:latin typeface="Calibri"/>
              </a:rPr>
              <a:t>automated tests passing</a:t>
            </a:r>
          </a:p>
          <a:p>
            <a:pPr algn="l">
              <a:spcAft>
                <a:spcPts val="600"/>
              </a:spcAft>
            </a:pPr>
            <a:r>
              <a:rPr sz="1300" b="0" i="0">
                <a:solidFill>
                  <a:srgbClr val="595959"/>
                </a:solidFill>
                <a:latin typeface="Calibri"/>
              </a:rPr>
              <a:t>11 new security tests</a:t>
            </a:r>
          </a:p>
        </p:txBody>
      </p:sp>
      <p:graphicFrame>
        <p:nvGraphicFramePr>
          <p:cNvPr id="12" name="Chart 11"/>
          <p:cNvGraphicFramePr>
            <a:graphicFrameLocks noGrp="1"/>
          </p:cNvGraphicFramePr>
          <p:nvPr/>
        </p:nvGraphicFramePr>
        <p:xfrm>
          <a:off x="548640" y="3154680"/>
          <a:ext cx="6035040" cy="2926080"/>
        </p:xfrm>
        <a:graphic>
          <a:graphicData uri="http://schemas.openxmlformats.org/drawingml/2006/chart">
            <c:chart xmlns:c="http://schemas.openxmlformats.org/drawingml/2006/chart" r:id="rId2"/>
          </a:graphicData>
        </a:graphic>
      </p:graphicFrame>
      <p:sp>
        <p:nvSpPr>
          <p:cNvPr id="13" name="Added this week"/>
          <p:cNvSpPr/>
          <p:nvPr/>
        </p:nvSpPr>
        <p:spPr>
          <a:xfrm>
            <a:off x="6858000" y="3154680"/>
            <a:ext cx="4754880" cy="2926080"/>
          </a:xfrm>
          <a:prstGeom prst="roundRect">
            <a:avLst>
              <a:gd name="adj" fmla="val 6000"/>
            </a:avLst>
          </a:prstGeom>
          <a:solidFill>
            <a:srgbClr val="E6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337560"/>
            <a:ext cx="4206240" cy="2651760"/>
          </a:xfrm>
          <a:prstGeom prst="rect">
            <a:avLst/>
          </a:prstGeom>
          <a:noFill/>
        </p:spPr>
        <p:txBody>
          <a:bodyPr wrap="square" anchor="t" lIns="0" rIns="0" tIns="0" bIns="0">
            <a:spAutoFit/>
          </a:bodyPr>
          <a:lstStyle/>
          <a:p>
            <a:pPr algn="l">
              <a:spcAft>
                <a:spcPts val="800"/>
              </a:spcAft>
            </a:pPr>
            <a:r>
              <a:rPr sz="1800" b="1" i="0">
                <a:solidFill>
                  <a:srgbClr val="1A8FB0"/>
                </a:solidFill>
                <a:latin typeface="Calibri"/>
              </a:rPr>
              <a:t>Added this week</a:t>
            </a:r>
          </a:p>
          <a:p>
            <a:pPr algn="l" marL="201168" indent="-201168">
              <a:spcAft>
                <a:spcPts val="600"/>
              </a:spcAft>
              <a:buChar char="•"/>
            </a:pPr>
            <a:r>
              <a:rPr sz="1500" b="0" i="0">
                <a:solidFill>
                  <a:srgbClr val="262626"/>
                </a:solidFill>
                <a:latin typeface="Calibri"/>
              </a:rPr>
              <a:t>CSRF protection on every form</a:t>
            </a:r>
          </a:p>
          <a:p>
            <a:pPr algn="l" marL="201168" indent="-201168">
              <a:spcAft>
                <a:spcPts val="600"/>
              </a:spcAft>
              <a:buChar char="•"/>
            </a:pPr>
            <a:r>
              <a:rPr sz="1500" b="0" i="0">
                <a:solidFill>
                  <a:srgbClr val="262626"/>
                </a:solidFill>
                <a:latin typeface="Calibri"/>
              </a:rPr>
              <a:t>Sign-in lockout after 5 failed attempts</a:t>
            </a:r>
          </a:p>
          <a:p>
            <a:pPr algn="l" marL="201168" indent="-201168">
              <a:spcAft>
                <a:spcPts val="600"/>
              </a:spcAft>
              <a:buChar char="•"/>
            </a:pPr>
            <a:r>
              <a:rPr sz="1500" b="0" i="0">
                <a:solidFill>
                  <a:srgbClr val="262626"/>
                </a:solidFill>
                <a:latin typeface="Calibri"/>
              </a:rPr>
              <a:t>Repeatable benchmark script, results saved in the repository</a:t>
            </a:r>
          </a:p>
          <a:p>
            <a:pPr algn="l" marL="201168" indent="-201168">
              <a:spcAft>
                <a:spcPts val="600"/>
              </a:spcAft>
              <a:buChar char="•"/>
            </a:pPr>
            <a:r>
              <a:rPr sz="1500" b="0" i="0">
                <a:solidFill>
                  <a:srgbClr val="262626"/>
                </a:solidFill>
                <a:latin typeface="Calibri"/>
              </a:rPr>
              <a:t>About 0.35 s per answer, growing linearly: about 3 minutes for 500 answers</a:t>
            </a:r>
          </a:p>
        </p:txBody>
      </p:sp>
    </p:spTree>
    <p:extLst>
      <p:ext uri="{BB962C8B-B14F-4D97-AF65-F5344CB8AC3E}">
        <p14:creationId xmlns:p14="http://schemas.microsoft.com/office/powerpoint/2010/main" val="434084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71D-94D6-9CD7-D18E-AF0C7453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70AA1-0E88-5533-9CEF-4879569572B3}"/>
              </a:ext>
            </a:extLst>
          </p:cNvPr>
          <p:cNvSpPr>
            <a:spLocks noGrp="1"/>
          </p:cNvSpPr>
          <p:nvPr>
            <p:ph type="title"/>
          </p:nvPr>
        </p:nvSpPr>
        <p:spPr>
          <a:xfrm>
            <a:off x="521207" y="356616"/>
            <a:ext cx="11155680" cy="641639"/>
          </a:xfrm>
        </p:spPr>
        <p:txBody>
          <a:bodyPr>
            <a:normAutofit fontScale="90000"/>
          </a:bodyPr>
          <a:lstStyle/>
          <a:p>
            <a:pPr marL="285750" algn="l">
              <a:spcAft>
                <a:spcPts val="600"/>
              </a:spcAft>
            </a:pPr>
            <a:r>
              <a:rPr lang="en-US" sz="3200" b="1" dirty="0">
                <a:solidFill>
                  <a:srgbClr val="7030A0"/>
                </a:solidFill>
              </a:rPr>
              <a:t>A Measured Finding: Grading Consistency</a:t>
            </a:r>
          </a:p>
        </p:txBody>
      </p:sp>
      <p:sp>
        <p:nvSpPr>
          <p:cNvPr id="3" name="TextBox 2"/>
          <p:cNvSpPr txBox="1"/>
          <p:nvPr/>
        </p:nvSpPr>
        <p:spPr>
          <a:xfrm>
            <a:off x="548640" y="1325880"/>
            <a:ext cx="5852160" cy="914400"/>
          </a:xfrm>
          <a:prstGeom prst="rect">
            <a:avLst/>
          </a:prstGeom>
          <a:noFill/>
        </p:spPr>
        <p:txBody>
          <a:bodyPr wrap="square" anchor="t" lIns="0" rIns="0" tIns="0" bIns="0">
            <a:spAutoFit/>
          </a:bodyPr>
          <a:lstStyle/>
          <a:p>
            <a:pPr algn="l">
              <a:spcAft>
                <a:spcPts val="600"/>
              </a:spcAft>
            </a:pPr>
            <a:r>
              <a:rPr sz="1600" b="0" i="0">
                <a:solidFill>
                  <a:srgbClr val="262626"/>
                </a:solidFill>
                <a:latin typeface="Calibri"/>
              </a:rPr>
              <a:t>We graded the same answers many times, each copy in a different request, to check that an identical answer always gets an identical score.</a:t>
            </a:r>
          </a:p>
        </p:txBody>
      </p:sp>
      <p:graphicFrame>
        <p:nvGraphicFramePr>
          <p:cNvPr id="4" name="Table 3"/>
          <p:cNvGraphicFramePr>
            <a:graphicFrameLocks noGrp="1"/>
          </p:cNvGraphicFramePr>
          <p:nvPr/>
        </p:nvGraphicFramePr>
        <p:xfrm>
          <a:off x="548640" y="2377440"/>
          <a:ext cx="5852160" cy="1508760"/>
        </p:xfrm>
        <a:graphic>
          <a:graphicData uri="http://schemas.openxmlformats.org/drawingml/2006/table">
            <a:tbl>
              <a:tblPr firstRow="1" bandRow="1">
                <a:tableStyleId>{5940675A-B579-460E-94D1-54222C63F5DA}</a:tableStyleId>
              </a:tblPr>
              <a:tblGrid>
                <a:gridCol w="1737360"/>
                <a:gridCol w="2468880"/>
                <a:gridCol w="1645920"/>
              </a:tblGrid>
              <a:tr h="502920">
                <a:tc>
                  <a:txBody>
                    <a:bodyPr wrap="square"/>
                    <a:lstStyle/>
                    <a:p>
                      <a:r>
                        <a:rPr sz="1500" b="1">
                          <a:solidFill>
                            <a:srgbClr val="FFFFFF"/>
                          </a:solidFill>
                          <a:latin typeface="Calibri"/>
                        </a:rPr>
                        <a:t>Answers per request</a:t>
                      </a:r>
                    </a:p>
                  </a:txBody>
                  <a:tcPr marL="91440" marR="91440" marT="36576" marB="36576" anchor="ctr">
                    <a:solidFill>
                      <a:srgbClr val="7030A0"/>
                    </a:solidFill>
                  </a:tcPr>
                </a:tc>
                <a:tc>
                  <a:txBody>
                    <a:bodyPr wrap="square"/>
                    <a:lstStyle/>
                    <a:p>
                      <a:r>
                        <a:rPr sz="1500" b="1">
                          <a:solidFill>
                            <a:srgbClr val="FFFFFF"/>
                          </a:solidFill>
                          <a:latin typeface="Calibri"/>
                        </a:rPr>
                        <a:t>Same answer, same score</a:t>
                      </a:r>
                    </a:p>
                  </a:txBody>
                  <a:tcPr marL="91440" marR="91440" marT="36576" marB="36576" anchor="ctr">
                    <a:solidFill>
                      <a:srgbClr val="7030A0"/>
                    </a:solidFill>
                  </a:tcPr>
                </a:tc>
                <a:tc>
                  <a:txBody>
                    <a:bodyPr wrap="square"/>
                    <a:lstStyle/>
                    <a:p>
                      <a:r>
                        <a:rPr sz="1500" b="1">
                          <a:solidFill>
                            <a:srgbClr val="FFFFFF"/>
                          </a:solidFill>
                          <a:latin typeface="Calibri"/>
                        </a:rPr>
                        <a:t>Largest spread</a:t>
                      </a:r>
                    </a:p>
                  </a:txBody>
                  <a:tcPr marL="91440" marR="91440" marT="36576" marB="36576" anchor="ctr">
                    <a:solidFill>
                      <a:srgbClr val="7030A0"/>
                    </a:solidFill>
                  </a:tcPr>
                </a:tc>
              </a:tr>
              <a:tr h="502920">
                <a:tc>
                  <a:txBody>
                    <a:bodyPr wrap="square"/>
                    <a:lstStyle/>
                    <a:p>
                      <a:r>
                        <a:rPr sz="1500" b="0">
                          <a:solidFill>
                            <a:srgbClr val="262626"/>
                          </a:solidFill>
                          <a:latin typeface="Calibri"/>
                        </a:rPr>
                        <a:t>10 (current)</a:t>
                      </a:r>
                    </a:p>
                  </a:txBody>
                  <a:tcPr marL="91440" marR="91440" marT="36576" marB="36576" anchor="ctr">
                    <a:solidFill>
                      <a:srgbClr val="FFFFFF"/>
                    </a:solidFill>
                  </a:tcPr>
                </a:tc>
                <a:tc>
                  <a:txBody>
                    <a:bodyPr wrap="square"/>
                    <a:lstStyle/>
                    <a:p>
                      <a:r>
                        <a:rPr sz="1500" b="0">
                          <a:solidFill>
                            <a:srgbClr val="262626"/>
                          </a:solidFill>
                          <a:latin typeface="Calibri"/>
                        </a:rPr>
                        <a:t>2 of 12</a:t>
                      </a:r>
                    </a:p>
                  </a:txBody>
                  <a:tcPr marL="91440" marR="91440" marT="36576" marB="36576" anchor="ctr">
                    <a:solidFill>
                      <a:srgbClr val="FDF0DC"/>
                    </a:solidFill>
                  </a:tcPr>
                </a:tc>
                <a:tc>
                  <a:txBody>
                    <a:bodyPr wrap="square"/>
                    <a:lstStyle/>
                    <a:p>
                      <a:r>
                        <a:rPr sz="1500" b="0">
                          <a:solidFill>
                            <a:srgbClr val="262626"/>
                          </a:solidFill>
                          <a:latin typeface="Calibri"/>
                        </a:rPr>
                        <a:t>2 marks / 10</a:t>
                      </a:r>
                    </a:p>
                  </a:txBody>
                  <a:tcPr marL="91440" marR="91440" marT="36576" marB="36576" anchor="ctr">
                    <a:solidFill>
                      <a:srgbClr val="FDF0DC"/>
                    </a:solidFill>
                  </a:tcPr>
                </a:tc>
              </a:tr>
              <a:tr h="502920">
                <a:tc>
                  <a:txBody>
                    <a:bodyPr wrap="square"/>
                    <a:lstStyle/>
                    <a:p>
                      <a:r>
                        <a:rPr sz="1500" b="0">
                          <a:solidFill>
                            <a:srgbClr val="262626"/>
                          </a:solidFill>
                          <a:latin typeface="Calibri"/>
                        </a:rPr>
                        <a:t>1</a:t>
                      </a:r>
                    </a:p>
                  </a:txBody>
                  <a:tcPr marL="91440" marR="91440" marT="36576" marB="36576" anchor="ctr">
                    <a:solidFill>
                      <a:srgbClr val="F7F7F9"/>
                    </a:solidFill>
                  </a:tcPr>
                </a:tc>
                <a:tc>
                  <a:txBody>
                    <a:bodyPr wrap="square"/>
                    <a:lstStyle/>
                    <a:p>
                      <a:r>
                        <a:rPr sz="1500" b="0">
                          <a:solidFill>
                            <a:srgbClr val="262626"/>
                          </a:solidFill>
                          <a:latin typeface="Calibri"/>
                        </a:rPr>
                        <a:t>7 of 8</a:t>
                      </a:r>
                    </a:p>
                  </a:txBody>
                  <a:tcPr marL="91440" marR="91440" marT="36576" marB="36576" anchor="ctr">
                    <a:solidFill>
                      <a:srgbClr val="E3F3E9"/>
                    </a:solidFill>
                  </a:tcPr>
                </a:tc>
                <a:tc>
                  <a:txBody>
                    <a:bodyPr wrap="square"/>
                    <a:lstStyle/>
                    <a:p>
                      <a:r>
                        <a:rPr sz="1500" b="0">
                          <a:solidFill>
                            <a:srgbClr val="262626"/>
                          </a:solidFill>
                          <a:latin typeface="Calibri"/>
                        </a:rPr>
                        <a:t>1 mark / 10</a:t>
                      </a:r>
                    </a:p>
                  </a:txBody>
                  <a:tcPr marL="91440" marR="91440" marT="36576" marB="36576" anchor="ctr">
                    <a:solidFill>
                      <a:srgbClr val="E3F3E9"/>
                    </a:solidFill>
                  </a:tcPr>
                </a:tc>
              </a:tr>
            </a:tbl>
          </a:graphicData>
        </a:graphic>
      </p:graphicFrame>
      <p:sp>
        <p:nvSpPr>
          <p:cNvPr id="5" name="TextBox 4"/>
          <p:cNvSpPr txBox="1"/>
          <p:nvPr/>
        </p:nvSpPr>
        <p:spPr>
          <a:xfrm>
            <a:off x="548640" y="4023360"/>
            <a:ext cx="5852160" cy="457200"/>
          </a:xfrm>
          <a:prstGeom prst="rect">
            <a:avLst/>
          </a:prstGeom>
          <a:noFill/>
        </p:spPr>
        <p:txBody>
          <a:bodyPr wrap="square" anchor="t" lIns="0" rIns="0" tIns="0" bIns="0">
            <a:spAutoFit/>
          </a:bodyPr>
          <a:lstStyle/>
          <a:p>
            <a:pPr algn="l">
              <a:spcAft>
                <a:spcPts val="600"/>
              </a:spcAft>
            </a:pPr>
            <a:r>
              <a:rPr sz="1400" b="0" i="1">
                <a:solidFill>
                  <a:srgbClr val="595959"/>
                </a:solidFill>
                <a:latin typeface="Calibri"/>
              </a:rPr>
              <a:t>Lowering the model temperature from 0.2 to 0 made no difference.</a:t>
            </a:r>
          </a:p>
        </p:txBody>
      </p:sp>
      <p:sp>
        <p:nvSpPr>
          <p:cNvPr id="6" name="What it means"/>
          <p:cNvSpPr/>
          <p:nvPr/>
        </p:nvSpPr>
        <p:spPr>
          <a:xfrm>
            <a:off x="6766560" y="1325880"/>
            <a:ext cx="4846320" cy="342900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554480"/>
            <a:ext cx="4297680" cy="3108960"/>
          </a:xfrm>
          <a:prstGeom prst="rect">
            <a:avLst/>
          </a:prstGeom>
          <a:noFill/>
        </p:spPr>
        <p:txBody>
          <a:bodyPr wrap="square" anchor="t" lIns="0" rIns="0" tIns="0" bIns="0">
            <a:spAutoFit/>
          </a:bodyPr>
          <a:lstStyle/>
          <a:p>
            <a:pPr algn="l">
              <a:spcAft>
                <a:spcPts val="1000"/>
              </a:spcAft>
            </a:pPr>
            <a:r>
              <a:rPr sz="2000" b="1" i="0">
                <a:solidFill>
                  <a:srgbClr val="7030A0"/>
                </a:solidFill>
                <a:latin typeface="Calibri"/>
              </a:rPr>
              <a:t>What it means</a:t>
            </a:r>
          </a:p>
          <a:p>
            <a:pPr algn="l" marL="201168" indent="-201168">
              <a:spcAft>
                <a:spcPts val="800"/>
              </a:spcAft>
              <a:buChar char="•"/>
            </a:pPr>
            <a:r>
              <a:rPr sz="1500" b="0" i="0">
                <a:solidFill>
                  <a:srgbClr val="262626"/>
                </a:solidFill>
                <a:latin typeface="Calibri"/>
              </a:rPr>
              <a:t>Batching is what makes grading fast and keeps it inside the free tier.</a:t>
            </a:r>
          </a:p>
          <a:p>
            <a:pPr algn="l" marL="201168" indent="-201168">
              <a:spcAft>
                <a:spcPts val="800"/>
              </a:spcAft>
              <a:buChar char="•"/>
            </a:pPr>
            <a:r>
              <a:rPr sz="1500" b="0" i="0">
                <a:solidFill>
                  <a:srgbClr val="262626"/>
                </a:solidFill>
                <a:latin typeface="Calibri"/>
              </a:rPr>
              <a:t>But neighbouring answers in the same request pull a score by up to 2 marks.</a:t>
            </a:r>
          </a:p>
          <a:p>
            <a:pPr algn="l" marL="201168" indent="-201168">
              <a:spcAft>
                <a:spcPts val="800"/>
              </a:spcAft>
              <a:buChar char="•"/>
            </a:pPr>
            <a:r>
              <a:rPr sz="1500" b="0" i="0">
                <a:solidFill>
                  <a:srgbClr val="262626"/>
                </a:solidFill>
                <a:latin typeface="Calibri"/>
              </a:rPr>
              <a:t>Grading one answer per request is more consistent, but it hit the free-tier rate limit after about 20 calls. The app stopped cleanly and kept the data.</a:t>
            </a:r>
          </a:p>
          <a:p>
            <a:pPr algn="l" marL="201168" indent="-201168">
              <a:spcAft>
                <a:spcPts val="600"/>
              </a:spcAft>
              <a:buChar char="•"/>
            </a:pPr>
            <a:r>
              <a:rPr sz="1500" b="1" i="0">
                <a:solidFill>
                  <a:srgbClr val="262626"/>
                </a:solidFill>
                <a:latin typeface="Calibri"/>
              </a:rPr>
              <a:t>Next: </a:t>
            </a:r>
            <a:r>
              <a:rPr sz="1500" b="0" i="0">
                <a:solidFill>
                  <a:srgbClr val="262626"/>
                </a:solidFill>
                <a:latin typeface="Calibri"/>
              </a:rPr>
              <a:t>make each score independent of its batch, and verify the change against human marks.</a:t>
            </a:r>
          </a:p>
        </p:txBody>
      </p:sp>
    </p:spTree>
    <p:extLst>
      <p:ext uri="{BB962C8B-B14F-4D97-AF65-F5344CB8AC3E}">
        <p14:creationId xmlns:p14="http://schemas.microsoft.com/office/powerpoint/2010/main" val="434084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Box 2"/>
          <p:cNvSpPr txBox="1"/>
          <p:nvPr/>
        </p:nvSpPr>
        <p:spPr>
          <a:xfrm>
            <a:off x="1772047" y="2706082"/>
            <a:ext cx="7978885" cy="757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rtl="0">
              <a:defRPr sz="3200">
                <a:solidFill>
                  <a:srgbClr val="58BBCF"/>
                </a:solidFill>
                <a:latin typeface="FrutigerLTArabic-55Roman"/>
                <a:ea typeface="FrutigerLTArabic-55Roman"/>
                <a:cs typeface="FrutigerLTArabic-55Roman"/>
                <a:sym typeface="FrutigerLTArabic-55Roman"/>
              </a:defRPr>
            </a:lvl1pPr>
          </a:lstStyle>
          <a:p>
            <a:pPr marL="285750" algn="ctr">
              <a:lnSpc>
                <a:spcPct val="90000"/>
              </a:lnSpc>
              <a:spcAft>
                <a:spcPts val="600"/>
              </a:spcAft>
            </a:pPr>
            <a:r>
              <a:rPr lang="en-US" sz="4800" dirty="0"/>
              <a:t>Remaining Work and Plan</a:t>
            </a:r>
            <a:r>
              <a:rPr lang="en-US" sz="4800" dirty="0">
                <a:solidFill>
                  <a:schemeClr val="tx1"/>
                </a:solidFill>
              </a:rPr>
              <a:t/>
            </a:r>
          </a:p>
        </p:txBody>
      </p:sp>
      <p:pic>
        <p:nvPicPr>
          <p:cNvPr id="108" name="Artboard 3@4x.png" descr="Artboard 3@4x.png"/>
          <p:cNvPicPr>
            <a:picLocks noChangeAspect="1"/>
          </p:cNvPicPr>
          <p:nvPr/>
        </p:nvPicPr>
        <p:blipFill>
          <a:blip r:embed="rId2"/>
          <a:stretch>
            <a:fillRect/>
          </a:stretch>
        </p:blipFill>
        <p:spPr>
          <a:xfrm>
            <a:off x="6293691" y="5773806"/>
            <a:ext cx="5989152" cy="1162476"/>
          </a:xfrm>
          <a:prstGeom prst="rect">
            <a:avLst/>
          </a:prstGeom>
          <a:ln w="12700">
            <a:miter lim="400000"/>
          </a:ln>
        </p:spPr>
      </p:pic>
    </p:spTree>
    <p:extLst>
      <p:ext uri="{BB962C8B-B14F-4D97-AF65-F5344CB8AC3E}">
        <p14:creationId xmlns:p14="http://schemas.microsoft.com/office/powerpoint/2010/main" val="3121984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71D-94D6-9CD7-D18E-AF0C7453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70AA1-0E88-5533-9CEF-4879569572B3}"/>
              </a:ext>
            </a:extLst>
          </p:cNvPr>
          <p:cNvSpPr>
            <a:spLocks noGrp="1"/>
          </p:cNvSpPr>
          <p:nvPr>
            <p:ph type="title"/>
          </p:nvPr>
        </p:nvSpPr>
        <p:spPr>
          <a:xfrm>
            <a:off x="521207" y="356616"/>
            <a:ext cx="11155680" cy="641639"/>
          </a:xfrm>
        </p:spPr>
        <p:txBody>
          <a:bodyPr>
            <a:normAutofit fontScale="90000"/>
          </a:bodyPr>
          <a:lstStyle/>
          <a:p>
            <a:pPr marL="285750" algn="l">
              <a:spcAft>
                <a:spcPts val="600"/>
              </a:spcAft>
            </a:pPr>
            <a:r>
              <a:rPr lang="en-US" sz="3200" b="1" dirty="0">
                <a:solidFill>
                  <a:srgbClr val="7030A0"/>
                </a:solidFill>
              </a:rPr>
              <a:t>Status Against the Plan</a:t>
            </a:r>
          </a:p>
        </p:txBody>
      </p:sp>
      <p:graphicFrame>
        <p:nvGraphicFramePr>
          <p:cNvPr id="3" name="Table 2"/>
          <p:cNvGraphicFramePr>
            <a:graphicFrameLocks noGrp="1"/>
          </p:cNvGraphicFramePr>
          <p:nvPr/>
        </p:nvGraphicFramePr>
        <p:xfrm>
          <a:off x="548640" y="1280160"/>
          <a:ext cx="11064240" cy="4297680"/>
        </p:xfrm>
        <a:graphic>
          <a:graphicData uri="http://schemas.openxmlformats.org/drawingml/2006/table">
            <a:tbl>
              <a:tblPr firstRow="1" bandRow="1">
                <a:tableStyleId>{5940675A-B579-460E-94D1-54222C63F5DA}</a:tableStyleId>
              </a:tblPr>
              <a:tblGrid>
                <a:gridCol w="6949440"/>
                <a:gridCol w="1737360"/>
                <a:gridCol w="2377440"/>
              </a:tblGrid>
              <a:tr h="429768">
                <a:tc>
                  <a:txBody>
                    <a:bodyPr wrap="square"/>
                    <a:lstStyle/>
                    <a:p>
                      <a:r>
                        <a:rPr sz="1400" b="1">
                          <a:solidFill>
                            <a:srgbClr val="FFFFFF"/>
                          </a:solidFill>
                          <a:latin typeface="Calibri"/>
                        </a:rPr>
                        <a:t>Item</a:t>
                      </a:r>
                    </a:p>
                  </a:txBody>
                  <a:tcPr marL="91440" marR="91440" marT="36576" marB="36576" anchor="ctr">
                    <a:solidFill>
                      <a:srgbClr val="7030A0"/>
                    </a:solidFill>
                  </a:tcPr>
                </a:tc>
                <a:tc>
                  <a:txBody>
                    <a:bodyPr wrap="square"/>
                    <a:lstStyle/>
                    <a:p>
                      <a:r>
                        <a:rPr sz="1400" b="1">
                          <a:solidFill>
                            <a:srgbClr val="FFFFFF"/>
                          </a:solidFill>
                          <a:latin typeface="Calibri"/>
                        </a:rPr>
                        <a:t>Status</a:t>
                      </a:r>
                    </a:p>
                  </a:txBody>
                  <a:tcPr marL="91440" marR="91440" marT="36576" marB="36576" anchor="ctr">
                    <a:solidFill>
                      <a:srgbClr val="7030A0"/>
                    </a:solidFill>
                  </a:tcPr>
                </a:tc>
                <a:tc>
                  <a:txBody>
                    <a:bodyPr wrap="square"/>
                    <a:lstStyle/>
                    <a:p>
                      <a:r>
                        <a:rPr sz="1400" b="1">
                          <a:solidFill>
                            <a:srgbClr val="FFFFFF"/>
                          </a:solidFill>
                          <a:latin typeface="Calibri"/>
                        </a:rPr>
                        <a:t>Owner</a:t>
                      </a:r>
                    </a:p>
                  </a:txBody>
                  <a:tcPr marL="91440" marR="91440" marT="36576" marB="36576" anchor="ctr">
                    <a:solidFill>
                      <a:srgbClr val="7030A0"/>
                    </a:solidFill>
                  </a:tcPr>
                </a:tc>
              </a:tr>
              <a:tr h="429768">
                <a:tc>
                  <a:txBody>
                    <a:bodyPr wrap="square"/>
                    <a:lstStyle/>
                    <a:p>
                      <a:r>
                        <a:rPr sz="1400" b="0">
                          <a:solidFill>
                            <a:srgbClr val="262626"/>
                          </a:solidFill>
                          <a:latin typeface="Calibri"/>
                        </a:rPr>
                        <a:t>Working end-to-end system (upload → grade → dashboard → Excel)</a:t>
                      </a:r>
                    </a:p>
                  </a:txBody>
                  <a:tcPr marL="91440" marR="91440" marT="36576" marB="36576" anchor="ctr">
                    <a:solidFill>
                      <a:srgbClr val="FFFFFF"/>
                    </a:solidFill>
                  </a:tcPr>
                </a:tc>
                <a:tc>
                  <a:txBody>
                    <a:bodyPr wrap="square"/>
                    <a:lstStyle/>
                    <a:p>
                      <a:r>
                        <a:rPr sz="1400" b="1">
                          <a:solidFill>
                            <a:srgbClr val="1E7B4A"/>
                          </a:solidFill>
                          <a:latin typeface="Calibri"/>
                        </a:rPr>
                        <a:t>Done</a:t>
                      </a:r>
                    </a:p>
                  </a:txBody>
                  <a:tcPr marL="91440" marR="91440" marT="36576" marB="36576" anchor="ctr">
                    <a:solidFill>
                      <a:srgbClr val="E3F3E9"/>
                    </a:solidFill>
                  </a:tcPr>
                </a:tc>
                <a:tc>
                  <a:txBody>
                    <a:bodyPr wrap="square"/>
                    <a:lstStyle/>
                    <a:p>
                      <a:r>
                        <a:rPr sz="1400" b="0">
                          <a:solidFill>
                            <a:srgbClr val="262626"/>
                          </a:solidFill>
                          <a:latin typeface="Calibri"/>
                        </a:rPr>
                        <a:t>Team</a:t>
                      </a:r>
                    </a:p>
                  </a:txBody>
                  <a:tcPr marL="91440" marR="91440" marT="36576" marB="36576" anchor="ctr">
                    <a:solidFill>
                      <a:srgbClr val="FFFFFF"/>
                    </a:solidFill>
                  </a:tcPr>
                </a:tc>
              </a:tr>
              <a:tr h="429768">
                <a:tc>
                  <a:txBody>
                    <a:bodyPr wrap="square"/>
                    <a:lstStyle/>
                    <a:p>
                      <a:r>
                        <a:rPr sz="1400" b="0">
                          <a:solidFill>
                            <a:srgbClr val="262626"/>
                          </a:solidFill>
                          <a:latin typeface="Calibri"/>
                        </a:rPr>
                        <a:t>Speed target: 100 answers in under 2 minutes (measured 34 s)</a:t>
                      </a:r>
                    </a:p>
                  </a:txBody>
                  <a:tcPr marL="91440" marR="91440" marT="36576" marB="36576" anchor="ctr">
                    <a:solidFill>
                      <a:srgbClr val="F7F7F9"/>
                    </a:solidFill>
                  </a:tcPr>
                </a:tc>
                <a:tc>
                  <a:txBody>
                    <a:bodyPr wrap="square"/>
                    <a:lstStyle/>
                    <a:p>
                      <a:r>
                        <a:rPr sz="1400" b="1">
                          <a:solidFill>
                            <a:srgbClr val="1E7B4A"/>
                          </a:solidFill>
                          <a:latin typeface="Calibri"/>
                        </a:rPr>
                        <a:t>Done</a:t>
                      </a:r>
                    </a:p>
                  </a:txBody>
                  <a:tcPr marL="91440" marR="91440" marT="36576" marB="36576" anchor="ctr">
                    <a:solidFill>
                      <a:srgbClr val="E3F3E9"/>
                    </a:solidFill>
                  </a:tcPr>
                </a:tc>
                <a:tc>
                  <a:txBody>
                    <a:bodyPr wrap="square"/>
                    <a:lstStyle/>
                    <a:p>
                      <a:r>
                        <a:rPr sz="1400" b="0">
                          <a:solidFill>
                            <a:srgbClr val="262626"/>
                          </a:solidFill>
                          <a:latin typeface="Calibri"/>
                        </a:rPr>
                        <a:t>Team</a:t>
                      </a:r>
                    </a:p>
                  </a:txBody>
                  <a:tcPr marL="91440" marR="91440" marT="36576" marB="36576" anchor="ctr">
                    <a:solidFill>
                      <a:srgbClr val="F7F7F9"/>
                    </a:solidFill>
                  </a:tcPr>
                </a:tc>
              </a:tr>
              <a:tr h="429768">
                <a:tc>
                  <a:txBody>
                    <a:bodyPr wrap="square"/>
                    <a:lstStyle/>
                    <a:p>
                      <a:r>
                        <a:rPr sz="1400" b="0">
                          <a:solidFill>
                            <a:srgbClr val="262626"/>
                          </a:solidFill>
                          <a:latin typeface="Calibri"/>
                        </a:rPr>
                        <a:t>Security: CSRF protection and sign-in lockout</a:t>
                      </a:r>
                    </a:p>
                  </a:txBody>
                  <a:tcPr marL="91440" marR="91440" marT="36576" marB="36576" anchor="ctr">
                    <a:solidFill>
                      <a:srgbClr val="FFFFFF"/>
                    </a:solidFill>
                  </a:tcPr>
                </a:tc>
                <a:tc>
                  <a:txBody>
                    <a:bodyPr wrap="square"/>
                    <a:lstStyle/>
                    <a:p>
                      <a:r>
                        <a:rPr sz="1400" b="1">
                          <a:solidFill>
                            <a:srgbClr val="1E7B4A"/>
                          </a:solidFill>
                          <a:latin typeface="Calibri"/>
                        </a:rPr>
                        <a:t>Done</a:t>
                      </a:r>
                    </a:p>
                  </a:txBody>
                  <a:tcPr marL="91440" marR="91440" marT="36576" marB="36576" anchor="ctr">
                    <a:solidFill>
                      <a:srgbClr val="E3F3E9"/>
                    </a:solidFill>
                  </a:tcPr>
                </a:tc>
                <a:tc>
                  <a:txBody>
                    <a:bodyPr wrap="square"/>
                    <a:lstStyle/>
                    <a:p>
                      <a:r>
                        <a:rPr sz="1400" b="0">
                          <a:solidFill>
                            <a:srgbClr val="262626"/>
                          </a:solidFill>
                          <a:latin typeface="Calibri"/>
                        </a:rPr>
                        <a:t>Team</a:t>
                      </a:r>
                    </a:p>
                  </a:txBody>
                  <a:tcPr marL="91440" marR="91440" marT="36576" marB="36576" anchor="ctr">
                    <a:solidFill>
                      <a:srgbClr val="FFFFFF"/>
                    </a:solidFill>
                  </a:tcPr>
                </a:tc>
              </a:tr>
              <a:tr h="429768">
                <a:tc>
                  <a:txBody>
                    <a:bodyPr wrap="square"/>
                    <a:lstStyle/>
                    <a:p>
                      <a:r>
                        <a:rPr sz="1400" b="0">
                          <a:solidFill>
                            <a:srgbClr val="262626"/>
                          </a:solidFill>
                          <a:latin typeface="Calibri"/>
                        </a:rPr>
                        <a:t>GitHub repository (all six members committing)</a:t>
                      </a:r>
                    </a:p>
                  </a:txBody>
                  <a:tcPr marL="91440" marR="91440" marT="36576" marB="36576" anchor="ctr">
                    <a:solidFill>
                      <a:srgbClr val="F7F7F9"/>
                    </a:solidFill>
                  </a:tcPr>
                </a:tc>
                <a:tc>
                  <a:txBody>
                    <a:bodyPr wrap="square"/>
                    <a:lstStyle/>
                    <a:p>
                      <a:r>
                        <a:rPr sz="1400" b="1">
                          <a:solidFill>
                            <a:srgbClr val="A85C00"/>
                          </a:solidFill>
                          <a:latin typeface="Calibri"/>
                        </a:rPr>
                        <a:t>Partly done</a:t>
                      </a:r>
                    </a:p>
                  </a:txBody>
                  <a:tcPr marL="91440" marR="91440" marT="36576" marB="36576" anchor="ctr">
                    <a:solidFill>
                      <a:srgbClr val="FDF0DC"/>
                    </a:solidFill>
                  </a:tcPr>
                </a:tc>
                <a:tc>
                  <a:txBody>
                    <a:bodyPr wrap="square"/>
                    <a:lstStyle/>
                    <a:p>
                      <a:r>
                        <a:rPr sz="1400" b="0">
                          <a:solidFill>
                            <a:srgbClr val="262626"/>
                          </a:solidFill>
                          <a:latin typeface="Calibri"/>
                        </a:rPr>
                        <a:t>Saif, all</a:t>
                      </a:r>
                    </a:p>
                  </a:txBody>
                  <a:tcPr marL="91440" marR="91440" marT="36576" marB="36576" anchor="ctr">
                    <a:solidFill>
                      <a:srgbClr val="F7F7F9"/>
                    </a:solidFill>
                  </a:tcPr>
                </a:tc>
              </a:tr>
              <a:tr h="429768">
                <a:tc>
                  <a:txBody>
                    <a:bodyPr wrap="square"/>
                    <a:lstStyle/>
                    <a:p>
                      <a:r>
                        <a:rPr sz="1400" b="0">
                          <a:solidFill>
                            <a:srgbClr val="262626"/>
                          </a:solidFill>
                          <a:latin typeface="Calibri"/>
                        </a:rPr>
                        <a:t>Accuracy vs. human marks (100 answers, 2 markers)</a:t>
                      </a:r>
                    </a:p>
                  </a:txBody>
                  <a:tcPr marL="91440" marR="91440" marT="36576" marB="36576" anchor="ctr">
                    <a:solidFill>
                      <a:srgbClr val="FFFFFF"/>
                    </a:solidFill>
                  </a:tcPr>
                </a:tc>
                <a:tc>
                  <a:txBody>
                    <a:bodyPr wrap="square"/>
                    <a:lstStyle/>
                    <a:p>
                      <a:r>
                        <a:rPr sz="1400" b="1">
                          <a:solidFill>
                            <a:srgbClr val="A85C00"/>
                          </a:solidFill>
                          <a:latin typeface="Calibri"/>
                        </a:rPr>
                        <a:t>Remaining</a:t>
                      </a:r>
                    </a:p>
                  </a:txBody>
                  <a:tcPr marL="91440" marR="91440" marT="36576" marB="36576" anchor="ctr">
                    <a:solidFill>
                      <a:srgbClr val="FDF0DC"/>
                    </a:solidFill>
                  </a:tcPr>
                </a:tc>
                <a:tc>
                  <a:txBody>
                    <a:bodyPr wrap="square"/>
                    <a:lstStyle/>
                    <a:p>
                      <a:r>
                        <a:rPr sz="1400" b="0">
                          <a:solidFill>
                            <a:srgbClr val="262626"/>
                          </a:solidFill>
                          <a:latin typeface="Calibri"/>
                        </a:rPr>
                        <a:t>Houmood, Salman</a:t>
                      </a:r>
                    </a:p>
                  </a:txBody>
                  <a:tcPr marL="91440" marR="91440" marT="36576" marB="36576" anchor="ctr">
                    <a:solidFill>
                      <a:srgbClr val="FFFFFF"/>
                    </a:solidFill>
                  </a:tcPr>
                </a:tc>
              </a:tr>
              <a:tr h="429768">
                <a:tc>
                  <a:txBody>
                    <a:bodyPr wrap="square"/>
                    <a:lstStyle/>
                    <a:p>
                      <a:r>
                        <a:rPr sz="1400" b="0">
                          <a:solidFill>
                            <a:srgbClr val="262626"/>
                          </a:solidFill>
                          <a:latin typeface="Calibri"/>
                        </a:rPr>
                        <a:t>Final interface design and rebuild</a:t>
                      </a:r>
                    </a:p>
                  </a:txBody>
                  <a:tcPr marL="91440" marR="91440" marT="36576" marB="36576" anchor="ctr">
                    <a:solidFill>
                      <a:srgbClr val="F7F7F9"/>
                    </a:solidFill>
                  </a:tcPr>
                </a:tc>
                <a:tc>
                  <a:txBody>
                    <a:bodyPr wrap="square"/>
                    <a:lstStyle/>
                    <a:p>
                      <a:r>
                        <a:rPr sz="1400" b="1">
                          <a:solidFill>
                            <a:srgbClr val="A85C00"/>
                          </a:solidFill>
                          <a:latin typeface="Calibri"/>
                        </a:rPr>
                        <a:t>Remaining</a:t>
                      </a:r>
                    </a:p>
                  </a:txBody>
                  <a:tcPr marL="91440" marR="91440" marT="36576" marB="36576" anchor="ctr">
                    <a:solidFill>
                      <a:srgbClr val="FDF0DC"/>
                    </a:solidFill>
                  </a:tcPr>
                </a:tc>
                <a:tc>
                  <a:txBody>
                    <a:bodyPr wrap="square"/>
                    <a:lstStyle/>
                    <a:p>
                      <a:r>
                        <a:rPr sz="1400" b="0">
                          <a:solidFill>
                            <a:srgbClr val="262626"/>
                          </a:solidFill>
                          <a:latin typeface="Calibri"/>
                        </a:rPr>
                        <a:t>Salman, Meshari</a:t>
                      </a:r>
                    </a:p>
                  </a:txBody>
                  <a:tcPr marL="91440" marR="91440" marT="36576" marB="36576" anchor="ctr">
                    <a:solidFill>
                      <a:srgbClr val="F7F7F9"/>
                    </a:solidFill>
                  </a:tcPr>
                </a:tc>
              </a:tr>
              <a:tr h="429768">
                <a:tc>
                  <a:txBody>
                    <a:bodyPr wrap="square"/>
                    <a:lstStyle/>
                    <a:p>
                      <a:r>
                        <a:rPr sz="1400" b="0">
                          <a:solidFill>
                            <a:srgbClr val="262626"/>
                          </a:solidFill>
                          <a:latin typeface="Calibri"/>
                        </a:rPr>
                        <a:t>Usability test with 3–5 instructors</a:t>
                      </a:r>
                    </a:p>
                  </a:txBody>
                  <a:tcPr marL="91440" marR="91440" marT="36576" marB="36576" anchor="ctr">
                    <a:solidFill>
                      <a:srgbClr val="FFFFFF"/>
                    </a:solidFill>
                  </a:tcPr>
                </a:tc>
                <a:tc>
                  <a:txBody>
                    <a:bodyPr wrap="square"/>
                    <a:lstStyle/>
                    <a:p>
                      <a:r>
                        <a:rPr sz="1400" b="1">
                          <a:solidFill>
                            <a:srgbClr val="A85C00"/>
                          </a:solidFill>
                          <a:latin typeface="Calibri"/>
                        </a:rPr>
                        <a:t>Remaining</a:t>
                      </a:r>
                    </a:p>
                  </a:txBody>
                  <a:tcPr marL="91440" marR="91440" marT="36576" marB="36576" anchor="ctr">
                    <a:solidFill>
                      <a:srgbClr val="FDF0DC"/>
                    </a:solidFill>
                  </a:tcPr>
                </a:tc>
                <a:tc>
                  <a:txBody>
                    <a:bodyPr wrap="square"/>
                    <a:lstStyle/>
                    <a:p>
                      <a:r>
                        <a:rPr sz="1400" b="0">
                          <a:solidFill>
                            <a:srgbClr val="262626"/>
                          </a:solidFill>
                          <a:latin typeface="Calibri"/>
                        </a:rPr>
                        <a:t>Salman</a:t>
                      </a:r>
                    </a:p>
                  </a:txBody>
                  <a:tcPr marL="91440" marR="91440" marT="36576" marB="36576" anchor="ctr">
                    <a:solidFill>
                      <a:srgbClr val="FFFFFF"/>
                    </a:solidFill>
                  </a:tcPr>
                </a:tc>
              </a:tr>
              <a:tr h="429768">
                <a:tc>
                  <a:txBody>
                    <a:bodyPr wrap="square"/>
                    <a:lstStyle/>
                    <a:p>
                      <a:r>
                        <a:rPr sz="1400" b="0">
                          <a:solidFill>
                            <a:srgbClr val="262626"/>
                          </a:solidFill>
                          <a:latin typeface="Calibri"/>
                        </a:rPr>
                        <a:t>Report rewrite (Phase 1 still says GPT-4o only)</a:t>
                      </a:r>
                    </a:p>
                  </a:txBody>
                  <a:tcPr marL="91440" marR="91440" marT="36576" marB="36576" anchor="ctr">
                    <a:solidFill>
                      <a:srgbClr val="F7F7F9"/>
                    </a:solidFill>
                  </a:tcPr>
                </a:tc>
                <a:tc>
                  <a:txBody>
                    <a:bodyPr wrap="square"/>
                    <a:lstStyle/>
                    <a:p>
                      <a:r>
                        <a:rPr sz="1400" b="1">
                          <a:solidFill>
                            <a:srgbClr val="A85C00"/>
                          </a:solidFill>
                          <a:latin typeface="Calibri"/>
                        </a:rPr>
                        <a:t>Remaining</a:t>
                      </a:r>
                    </a:p>
                  </a:txBody>
                  <a:tcPr marL="91440" marR="91440" marT="36576" marB="36576" anchor="ctr">
                    <a:solidFill>
                      <a:srgbClr val="FDF0DC"/>
                    </a:solidFill>
                  </a:tcPr>
                </a:tc>
                <a:tc>
                  <a:txBody>
                    <a:bodyPr wrap="square"/>
                    <a:lstStyle/>
                    <a:p>
                      <a:r>
                        <a:rPr sz="1400" b="0">
                          <a:solidFill>
                            <a:srgbClr val="262626"/>
                          </a:solidFill>
                          <a:latin typeface="Calibri"/>
                        </a:rPr>
                        <a:t>Sultan, all</a:t>
                      </a:r>
                    </a:p>
                  </a:txBody>
                  <a:tcPr marL="91440" marR="91440" marT="36576" marB="36576" anchor="ctr">
                    <a:solidFill>
                      <a:srgbClr val="F7F7F9"/>
                    </a:solidFill>
                  </a:tcPr>
                </a:tc>
              </a:tr>
              <a:tr h="429768">
                <a:tc>
                  <a:txBody>
                    <a:bodyPr wrap="square"/>
                    <a:lstStyle/>
                    <a:p>
                      <a:r>
                        <a:rPr sz="1400" b="0">
                          <a:solidFill>
                            <a:srgbClr val="262626"/>
                          </a:solidFill>
                          <a:latin typeface="Calibri"/>
                        </a:rPr>
                        <a:t>User manual (AR/EN) and deployment guide</a:t>
                      </a:r>
                    </a:p>
                  </a:txBody>
                  <a:tcPr marL="91440" marR="91440" marT="36576" marB="36576" anchor="ctr">
                    <a:solidFill>
                      <a:srgbClr val="FFFFFF"/>
                    </a:solidFill>
                  </a:tcPr>
                </a:tc>
                <a:tc>
                  <a:txBody>
                    <a:bodyPr wrap="square"/>
                    <a:lstStyle/>
                    <a:p>
                      <a:r>
                        <a:rPr sz="1400" b="1">
                          <a:solidFill>
                            <a:srgbClr val="A85C00"/>
                          </a:solidFill>
                          <a:latin typeface="Calibri"/>
                        </a:rPr>
                        <a:t>Remaining</a:t>
                      </a:r>
                    </a:p>
                  </a:txBody>
                  <a:tcPr marL="91440" marR="91440" marT="36576" marB="36576" anchor="ctr">
                    <a:solidFill>
                      <a:srgbClr val="FDF0DC"/>
                    </a:solidFill>
                  </a:tcPr>
                </a:tc>
                <a:tc>
                  <a:txBody>
                    <a:bodyPr wrap="square"/>
                    <a:lstStyle/>
                    <a:p>
                      <a:r>
                        <a:rPr sz="1400" b="0">
                          <a:solidFill>
                            <a:srgbClr val="262626"/>
                          </a:solidFill>
                          <a:latin typeface="Calibri"/>
                        </a:rPr>
                        <a:t>Sultan, Saif</a:t>
                      </a:r>
                    </a:p>
                  </a:txBody>
                  <a:tcPr marL="91440" marR="91440" marT="36576" marB="36576" anchor="ctr">
                    <a:solidFill>
                      <a:srgbClr val="FFFFFF"/>
                    </a:solidFill>
                  </a:tcPr>
                </a:tc>
              </a:tr>
            </a:tbl>
          </a:graphicData>
        </a:graphic>
      </p:graphicFrame>
      <p:sp>
        <p:nvSpPr>
          <p:cNvPr id="4" name="TextBox 3"/>
          <p:cNvSpPr txBox="1"/>
          <p:nvPr/>
        </p:nvSpPr>
        <p:spPr>
          <a:xfrm>
            <a:off x="548640" y="5760720"/>
            <a:ext cx="11064240" cy="457200"/>
          </a:xfrm>
          <a:prstGeom prst="rect">
            <a:avLst/>
          </a:prstGeom>
          <a:noFill/>
        </p:spPr>
        <p:txBody>
          <a:bodyPr wrap="square" anchor="t" lIns="0" rIns="0" tIns="0" bIns="0">
            <a:spAutoFit/>
          </a:bodyPr>
          <a:lstStyle/>
          <a:p>
            <a:pPr algn="l">
              <a:spcAft>
                <a:spcPts val="600"/>
              </a:spcAft>
            </a:pPr>
            <a:r>
              <a:rPr sz="1400" b="0" i="1">
                <a:solidFill>
                  <a:srgbClr val="595959"/>
                </a:solidFill>
                <a:latin typeface="Calibri"/>
              </a:rPr>
              <a:t>Weeks 7–8 targets (evaluation set, interface mockups) slipped. The plan on the next slide recovers them within four weeks.</a:t>
            </a:r>
          </a:p>
        </p:txBody>
      </p:sp>
    </p:spTree>
    <p:extLst>
      <p:ext uri="{BB962C8B-B14F-4D97-AF65-F5344CB8AC3E}">
        <p14:creationId xmlns:p14="http://schemas.microsoft.com/office/powerpoint/2010/main" val="434084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71D-94D6-9CD7-D18E-AF0C7453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70AA1-0E88-5533-9CEF-4879569572B3}"/>
              </a:ext>
            </a:extLst>
          </p:cNvPr>
          <p:cNvSpPr>
            <a:spLocks noGrp="1"/>
          </p:cNvSpPr>
          <p:nvPr>
            <p:ph type="title"/>
          </p:nvPr>
        </p:nvSpPr>
        <p:spPr>
          <a:xfrm>
            <a:off x="521207" y="356616"/>
            <a:ext cx="11155680" cy="641639"/>
          </a:xfrm>
        </p:spPr>
        <p:txBody>
          <a:bodyPr>
            <a:normAutofit fontScale="90000"/>
          </a:bodyPr>
          <a:lstStyle/>
          <a:p>
            <a:pPr marL="285750" algn="l">
              <a:spcAft>
                <a:spcPts val="600"/>
              </a:spcAft>
            </a:pPr>
            <a:r>
              <a:rPr lang="en-US" sz="3200" b="1" dirty="0">
                <a:solidFill>
                  <a:srgbClr val="7030A0"/>
                </a:solidFill>
              </a:rPr>
              <a:t>Four-Week Plan to the Defense</a:t>
            </a:r>
          </a:p>
        </p:txBody>
      </p:sp>
      <p:graphicFrame>
        <p:nvGraphicFramePr>
          <p:cNvPr id="3" name="Table 2"/>
          <p:cNvGraphicFramePr>
            <a:graphicFrameLocks noGrp="1"/>
          </p:cNvGraphicFramePr>
          <p:nvPr/>
        </p:nvGraphicFramePr>
        <p:xfrm>
          <a:off x="548640" y="1280160"/>
          <a:ext cx="11064240" cy="4828032"/>
        </p:xfrm>
        <a:graphic>
          <a:graphicData uri="http://schemas.openxmlformats.org/drawingml/2006/table">
            <a:tbl>
              <a:tblPr firstRow="1" bandRow="1">
                <a:tableStyleId>{5940675A-B579-460E-94D1-54222C63F5DA}</a:tableStyleId>
              </a:tblPr>
              <a:tblGrid>
                <a:gridCol w="1554480"/>
                <a:gridCol w="6400800"/>
                <a:gridCol w="3108960"/>
              </a:tblGrid>
              <a:tr h="804672">
                <a:tc>
                  <a:txBody>
                    <a:bodyPr wrap="square"/>
                    <a:lstStyle/>
                    <a:p>
                      <a:r>
                        <a:rPr sz="1400" b="1">
                          <a:solidFill>
                            <a:srgbClr val="FFFFFF"/>
                          </a:solidFill>
                          <a:latin typeface="Calibri"/>
                        </a:rPr>
                        <a:t>Week</a:t>
                      </a:r>
                    </a:p>
                  </a:txBody>
                  <a:tcPr marL="91440" marR="91440" marT="36576" marB="36576" anchor="ctr">
                    <a:solidFill>
                      <a:srgbClr val="7030A0"/>
                    </a:solidFill>
                  </a:tcPr>
                </a:tc>
                <a:tc>
                  <a:txBody>
                    <a:bodyPr wrap="square"/>
                    <a:lstStyle/>
                    <a:p>
                      <a:r>
                        <a:rPr sz="1400" b="1">
                          <a:solidFill>
                            <a:srgbClr val="FFFFFF"/>
                          </a:solidFill>
                          <a:latin typeface="Calibri"/>
                        </a:rPr>
                        <a:t>Main work</a:t>
                      </a:r>
                    </a:p>
                  </a:txBody>
                  <a:tcPr marL="91440" marR="91440" marT="36576" marB="36576" anchor="ctr">
                    <a:solidFill>
                      <a:srgbClr val="7030A0"/>
                    </a:solidFill>
                  </a:tcPr>
                </a:tc>
                <a:tc>
                  <a:txBody>
                    <a:bodyPr wrap="square"/>
                    <a:lstStyle/>
                    <a:p>
                      <a:r>
                        <a:rPr sz="1400" b="1">
                          <a:solidFill>
                            <a:srgbClr val="FFFFFF"/>
                          </a:solidFill>
                          <a:latin typeface="Calibri"/>
                        </a:rPr>
                        <a:t>Gate</a:t>
                      </a:r>
                    </a:p>
                  </a:txBody>
                  <a:tcPr marL="91440" marR="91440" marT="36576" marB="36576" anchor="ctr">
                    <a:solidFill>
                      <a:srgbClr val="7030A0"/>
                    </a:solidFill>
                  </a:tcPr>
                </a:tc>
              </a:tr>
              <a:tr h="804672">
                <a:tc>
                  <a:txBody>
                    <a:bodyPr wrap="square"/>
                    <a:lstStyle/>
                    <a:p>
                      <a:r>
                        <a:rPr sz="1400" b="1">
                          <a:solidFill>
                            <a:srgbClr val="262626"/>
                          </a:solidFill>
                          <a:latin typeface="Calibri"/>
                        </a:rPr>
                        <a:t>Week 10</a:t>
                      </a:r>
                      <a:r>
                        <a:rPr sz="1300" b="0">
                          <a:solidFill>
                            <a:srgbClr val="595959"/>
                          </a:solidFill>
                          <a:latin typeface="Calibri"/>
                        </a:rPr>
                        <a:t>
1–5 Nov</a:t>
                      </a:r>
                    </a:p>
                  </a:txBody>
                  <a:tcPr marL="91440" marR="91440" marT="36576" marB="36576" anchor="ctr">
                    <a:solidFill>
                      <a:srgbClr val="FFFFFF"/>
                    </a:solidFill>
                  </a:tcPr>
                </a:tc>
                <a:tc>
                  <a:txBody>
                    <a:bodyPr wrap="square"/>
                    <a:lstStyle/>
                    <a:p>
                      <a:r>
                        <a:rPr sz="1400" b="0">
                          <a:solidFill>
                            <a:srgbClr val="262626"/>
                          </a:solidFill>
                          <a:latin typeface="Calibri"/>
                        </a:rPr>
                        <a:t>Collect and anonymise 100 Arabic answers; two markers start. Interface mockups. Report Ch. 1 and literature sources.</a:t>
                      </a:r>
                    </a:p>
                  </a:txBody>
                  <a:tcPr marL="91440" marR="91440" marT="36576" marB="36576" anchor="ctr">
                    <a:solidFill>
                      <a:srgbClr val="FFFFFF"/>
                    </a:solidFill>
                  </a:tcPr>
                </a:tc>
                <a:tc>
                  <a:txBody>
                    <a:bodyPr wrap="square"/>
                    <a:lstStyle/>
                    <a:p>
                      <a:r>
                        <a:rPr sz="1400" b="0">
                          <a:solidFill>
                            <a:srgbClr val="262626"/>
                          </a:solidFill>
                          <a:latin typeface="Calibri"/>
                        </a:rPr>
                        <a:t>Evaluation set and mockups ready</a:t>
                      </a:r>
                    </a:p>
                  </a:txBody>
                  <a:tcPr marL="91440" marR="91440" marT="36576" marB="36576" anchor="ctr">
                    <a:solidFill>
                      <a:srgbClr val="FFFFFF"/>
                    </a:solidFill>
                  </a:tcPr>
                </a:tc>
              </a:tr>
              <a:tr h="804672">
                <a:tc>
                  <a:txBody>
                    <a:bodyPr wrap="square"/>
                    <a:lstStyle/>
                    <a:p>
                      <a:r>
                        <a:rPr sz="1400" b="1">
                          <a:solidFill>
                            <a:srgbClr val="262626"/>
                          </a:solidFill>
                          <a:latin typeface="Calibri"/>
                        </a:rPr>
                        <a:t>Week 11</a:t>
                      </a:r>
                      <a:r>
                        <a:rPr sz="1300" b="0">
                          <a:solidFill>
                            <a:srgbClr val="595959"/>
                          </a:solidFill>
                          <a:latin typeface="Calibri"/>
                        </a:rPr>
                        <a:t>
8–12 Nov</a:t>
                      </a:r>
                    </a:p>
                  </a:txBody>
                  <a:tcPr marL="91440" marR="91440" marT="36576" marB="36576" anchor="ctr">
                    <a:solidFill>
                      <a:srgbClr val="F7F7F9"/>
                    </a:solidFill>
                  </a:tcPr>
                </a:tc>
                <a:tc>
                  <a:txBody>
                    <a:bodyPr wrap="square"/>
                    <a:lstStyle/>
                    <a:p>
                      <a:r>
                        <a:rPr sz="1400" b="0">
                          <a:solidFill>
                            <a:srgbClr val="262626"/>
                          </a:solidFill>
                          <a:latin typeface="Calibri"/>
                        </a:rPr>
                        <a:t>Marking done, first accuracy run (AI vs. human). Rebuild main pages. Test plan and failure tests. Ch. 2–3.</a:t>
                      </a:r>
                    </a:p>
                  </a:txBody>
                  <a:tcPr marL="91440" marR="91440" marT="36576" marB="36576" anchor="ctr">
                    <a:solidFill>
                      <a:srgbClr val="F7F7F9"/>
                    </a:solidFill>
                  </a:tcPr>
                </a:tc>
                <a:tc>
                  <a:txBody>
                    <a:bodyPr wrap="square"/>
                    <a:lstStyle/>
                    <a:p>
                      <a:r>
                        <a:rPr sz="1400" b="0">
                          <a:solidFill>
                            <a:srgbClr val="262626"/>
                          </a:solidFill>
                          <a:latin typeface="Calibri"/>
                        </a:rPr>
                        <a:t>First accuracy results</a:t>
                      </a:r>
                    </a:p>
                  </a:txBody>
                  <a:tcPr marL="91440" marR="91440" marT="36576" marB="36576" anchor="ctr">
                    <a:solidFill>
                      <a:srgbClr val="F7F7F9"/>
                    </a:solidFill>
                  </a:tcPr>
                </a:tc>
              </a:tr>
              <a:tr h="804672">
                <a:tc>
                  <a:txBody>
                    <a:bodyPr wrap="square"/>
                    <a:lstStyle/>
                    <a:p>
                      <a:r>
                        <a:rPr sz="1400" b="1">
                          <a:solidFill>
                            <a:srgbClr val="262626"/>
                          </a:solidFill>
                          <a:latin typeface="Calibri"/>
                        </a:rPr>
                        <a:t>Week 12</a:t>
                      </a:r>
                      <a:r>
                        <a:rPr sz="1300" b="0">
                          <a:solidFill>
                            <a:srgbClr val="595959"/>
                          </a:solidFill>
                          <a:latin typeface="Calibri"/>
                        </a:rPr>
                        <a:t>
15–19 Nov</a:t>
                      </a:r>
                    </a:p>
                  </a:txBody>
                  <a:tcPr marL="91440" marR="91440" marT="36576" marB="36576" anchor="ctr">
                    <a:solidFill>
                      <a:srgbClr val="FFFFFF"/>
                    </a:solidFill>
                  </a:tcPr>
                </a:tc>
                <a:tc>
                  <a:txBody>
                    <a:bodyPr wrap="square"/>
                    <a:lstStyle/>
                    <a:p>
                      <a:r>
                        <a:rPr sz="1400" b="0">
                          <a:solidFill>
                            <a:srgbClr val="262626"/>
                          </a:solidFill>
                          <a:latin typeface="Calibri"/>
                        </a:rPr>
                        <a:t>Consistency fix, Gemini vs. Claude comparison. Usability test with instructors. Deployment guide. Ch. 4–6.</a:t>
                      </a:r>
                    </a:p>
                  </a:txBody>
                  <a:tcPr marL="91440" marR="91440" marT="36576" marB="36576" anchor="ctr">
                    <a:solidFill>
                      <a:srgbClr val="FFFFFF"/>
                    </a:solidFill>
                  </a:tcPr>
                </a:tc>
                <a:tc>
                  <a:txBody>
                    <a:bodyPr wrap="square"/>
                    <a:lstStyle/>
                    <a:p>
                      <a:r>
                        <a:rPr sz="1400" b="0">
                          <a:solidFill>
                            <a:srgbClr val="262626"/>
                          </a:solidFill>
                          <a:latin typeface="Calibri"/>
                        </a:rPr>
                        <a:t>Interface freeze; full draft to supervisor</a:t>
                      </a:r>
                    </a:p>
                  </a:txBody>
                  <a:tcPr marL="91440" marR="91440" marT="36576" marB="36576" anchor="ctr">
                    <a:solidFill>
                      <a:srgbClr val="FFFFFF"/>
                    </a:solidFill>
                  </a:tcPr>
                </a:tc>
              </a:tr>
              <a:tr h="804672">
                <a:tc>
                  <a:txBody>
                    <a:bodyPr wrap="square"/>
                    <a:lstStyle/>
                    <a:p>
                      <a:r>
                        <a:rPr sz="1400" b="1">
                          <a:solidFill>
                            <a:srgbClr val="262626"/>
                          </a:solidFill>
                          <a:latin typeface="Calibri"/>
                        </a:rPr>
                        <a:t>Week 13</a:t>
                      </a:r>
                      <a:r>
                        <a:rPr sz="1300" b="0">
                          <a:solidFill>
                            <a:srgbClr val="595959"/>
                          </a:solidFill>
                          <a:latin typeface="Calibri"/>
                        </a:rPr>
                        <a:t>
22–26 Nov</a:t>
                      </a:r>
                    </a:p>
                  </a:txBody>
                  <a:tcPr marL="91440" marR="91440" marT="36576" marB="36576" anchor="ctr">
                    <a:solidFill>
                      <a:srgbClr val="F7F7F9"/>
                    </a:solidFill>
                  </a:tcPr>
                </a:tc>
                <a:tc>
                  <a:txBody>
                    <a:bodyPr wrap="square"/>
                    <a:lstStyle/>
                    <a:p>
                      <a:r>
                        <a:rPr sz="1400" b="0">
                          <a:solidFill>
                            <a:srgbClr val="262626"/>
                          </a:solidFill>
                          <a:latin typeface="Calibri"/>
                        </a:rPr>
                        <a:t>Apply supervisor feedback. User manuals, final regression on a clean machine, slides, two rehearsals.</a:t>
                      </a:r>
                    </a:p>
                  </a:txBody>
                  <a:tcPr marL="91440" marR="91440" marT="36576" marB="36576" anchor="ctr">
                    <a:solidFill>
                      <a:srgbClr val="F7F7F9"/>
                    </a:solidFill>
                  </a:tcPr>
                </a:tc>
                <a:tc>
                  <a:txBody>
                    <a:bodyPr wrap="square"/>
                    <a:lstStyle/>
                    <a:p>
                      <a:r>
                        <a:rPr sz="1400" b="0">
                          <a:solidFill>
                            <a:srgbClr val="262626"/>
                          </a:solidFill>
                          <a:latin typeface="Calibri"/>
                        </a:rPr>
                        <a:t>Final report and release</a:t>
                      </a:r>
                    </a:p>
                  </a:txBody>
                  <a:tcPr marL="91440" marR="91440" marT="36576" marB="36576" anchor="ctr">
                    <a:solidFill>
                      <a:srgbClr val="F7F7F9"/>
                    </a:solidFill>
                  </a:tcPr>
                </a:tc>
              </a:tr>
              <a:tr h="804672">
                <a:tc>
                  <a:txBody>
                    <a:bodyPr wrap="square"/>
                    <a:lstStyle/>
                    <a:p>
                      <a:r>
                        <a:rPr sz="1400" b="1">
                          <a:solidFill>
                            <a:srgbClr val="262626"/>
                          </a:solidFill>
                          <a:latin typeface="Calibri"/>
                        </a:rPr>
                        <a:t>Week 14</a:t>
                      </a:r>
                      <a:r>
                        <a:rPr sz="1300" b="0">
                          <a:solidFill>
                            <a:srgbClr val="595959"/>
                          </a:solidFill>
                          <a:latin typeface="Calibri"/>
                        </a:rPr>
                        <a:t>
29 Nov–1 Dec</a:t>
                      </a:r>
                    </a:p>
                  </a:txBody>
                  <a:tcPr marL="91440" marR="91440" marT="36576" marB="36576" anchor="ctr">
                    <a:solidFill>
                      <a:srgbClr val="FFFFFF"/>
                    </a:solidFill>
                  </a:tcPr>
                </a:tc>
                <a:tc>
                  <a:txBody>
                    <a:bodyPr wrap="square"/>
                    <a:lstStyle/>
                    <a:p>
                      <a:r>
                        <a:rPr sz="1400" b="0">
                          <a:solidFill>
                            <a:srgbClr val="262626"/>
                          </a:solidFill>
                          <a:latin typeface="Calibri"/>
                        </a:rPr>
                        <a:t>Final run-through.</a:t>
                      </a:r>
                    </a:p>
                  </a:txBody>
                  <a:tcPr marL="91440" marR="91440" marT="36576" marB="36576" anchor="ctr">
                    <a:solidFill>
                      <a:srgbClr val="FFFFFF"/>
                    </a:solidFill>
                  </a:tcPr>
                </a:tc>
                <a:tc>
                  <a:txBody>
                    <a:bodyPr wrap="square"/>
                    <a:lstStyle/>
                    <a:p>
                      <a:r>
                        <a:rPr sz="1400" b="1">
                          <a:solidFill>
                            <a:srgbClr val="7030A0"/>
                          </a:solidFill>
                          <a:latin typeface="Calibri"/>
                        </a:rPr>
                        <a:t>Defense: Tue 1 Dec</a:t>
                      </a:r>
                    </a:p>
                  </a:txBody>
                  <a:tcPr marL="91440" marR="91440" marT="36576" marB="36576" anchor="ctr">
                    <a:solidFill>
                      <a:srgbClr val="FFFFFF"/>
                    </a:solidFill>
                  </a:tcPr>
                </a:tc>
              </a:tr>
            </a:tbl>
          </a:graphicData>
        </a:graphic>
      </p:graphicFrame>
    </p:spTree>
    <p:extLst>
      <p:ext uri="{BB962C8B-B14F-4D97-AF65-F5344CB8AC3E}">
        <p14:creationId xmlns:p14="http://schemas.microsoft.com/office/powerpoint/2010/main" val="434084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71D-94D6-9CD7-D18E-AF0C7453E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70AA1-0E88-5533-9CEF-4879569572B3}"/>
              </a:ext>
            </a:extLst>
          </p:cNvPr>
          <p:cNvSpPr>
            <a:spLocks noGrp="1"/>
          </p:cNvSpPr>
          <p:nvPr>
            <p:ph type="title"/>
          </p:nvPr>
        </p:nvSpPr>
        <p:spPr>
          <a:xfrm>
            <a:off x="521207" y="356616"/>
            <a:ext cx="11155680" cy="641639"/>
          </a:xfrm>
        </p:spPr>
        <p:txBody>
          <a:bodyPr>
            <a:normAutofit fontScale="90000"/>
          </a:bodyPr>
          <a:lstStyle/>
          <a:p>
            <a:pPr marL="285750" algn="l">
              <a:spcAft>
                <a:spcPts val="600"/>
              </a:spcAft>
            </a:pPr>
            <a:r>
              <a:rPr lang="en-US" sz="3200" b="1" dirty="0">
                <a:solidFill>
                  <a:srgbClr val="7030A0"/>
                </a:solidFill>
              </a:rPr>
              <a:t>Risks and Support We Need</a:t>
            </a:r>
          </a:p>
        </p:txBody>
      </p:sp>
      <p:sp>
        <p:nvSpPr>
          <p:cNvPr id="3" name="TextBox 2"/>
          <p:cNvSpPr txBox="1"/>
          <p:nvPr/>
        </p:nvSpPr>
        <p:spPr>
          <a:xfrm>
            <a:off x="548640" y="1280160"/>
            <a:ext cx="5943600" cy="411480"/>
          </a:xfrm>
          <a:prstGeom prst="rect">
            <a:avLst/>
          </a:prstGeom>
          <a:noFill/>
        </p:spPr>
        <p:txBody>
          <a:bodyPr wrap="square" anchor="t" lIns="0" rIns="0" tIns="0" bIns="0">
            <a:spAutoFit/>
          </a:bodyPr>
          <a:lstStyle/>
          <a:p>
            <a:pPr algn="l">
              <a:spcAft>
                <a:spcPts val="600"/>
              </a:spcAft>
            </a:pPr>
            <a:r>
              <a:rPr sz="2000" b="1" i="0">
                <a:solidFill>
                  <a:srgbClr val="7030A0"/>
                </a:solidFill>
                <a:latin typeface="Calibri"/>
              </a:rPr>
              <a:t>Main risks</a:t>
            </a:r>
          </a:p>
        </p:txBody>
      </p:sp>
      <p:sp>
        <p:nvSpPr>
          <p:cNvPr id="4" name="Risk 1"/>
          <p:cNvSpPr/>
          <p:nvPr/>
        </p:nvSpPr>
        <p:spPr>
          <a:xfrm>
            <a:off x="548640" y="1783080"/>
            <a:ext cx="5943600" cy="118872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20240"/>
            <a:ext cx="5486400" cy="960120"/>
          </a:xfrm>
          <a:prstGeom prst="rect">
            <a:avLst/>
          </a:prstGeom>
          <a:noFill/>
        </p:spPr>
        <p:txBody>
          <a:bodyPr wrap="square" anchor="t" lIns="0" rIns="0" tIns="0" bIns="0">
            <a:spAutoFit/>
          </a:bodyPr>
          <a:lstStyle/>
          <a:p>
            <a:pPr algn="l">
              <a:spcAft>
                <a:spcPts val="400"/>
              </a:spcAft>
            </a:pPr>
            <a:r>
              <a:rPr sz="1700" b="1" i="0">
                <a:solidFill>
                  <a:srgbClr val="262626"/>
                </a:solidFill>
                <a:latin typeface="Calibri"/>
              </a:rPr>
              <a:t>Accuracy may be weak against human marks</a:t>
            </a:r>
          </a:p>
          <a:p>
            <a:pPr algn="l">
              <a:spcAft>
                <a:spcPts val="600"/>
              </a:spcAft>
            </a:pPr>
            <a:r>
              <a:rPr sz="1600" b="0" i="0">
                <a:solidFill>
                  <a:srgbClr val="262626"/>
                </a:solidFill>
                <a:latin typeface="Calibri"/>
              </a:rPr>
              <a:t>We report it honestly, with agreement between the two human markers shown first.</a:t>
            </a:r>
          </a:p>
        </p:txBody>
      </p:sp>
      <p:sp>
        <p:nvSpPr>
          <p:cNvPr id="6" name="Risk 2"/>
          <p:cNvSpPr/>
          <p:nvPr/>
        </p:nvSpPr>
        <p:spPr>
          <a:xfrm>
            <a:off x="548640" y="3154680"/>
            <a:ext cx="5943600" cy="118872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291840"/>
            <a:ext cx="5486400" cy="960120"/>
          </a:xfrm>
          <a:prstGeom prst="rect">
            <a:avLst/>
          </a:prstGeom>
          <a:noFill/>
        </p:spPr>
        <p:txBody>
          <a:bodyPr wrap="square" anchor="t" lIns="0" rIns="0" tIns="0" bIns="0">
            <a:spAutoFit/>
          </a:bodyPr>
          <a:lstStyle/>
          <a:p>
            <a:pPr algn="l">
              <a:spcAft>
                <a:spcPts val="400"/>
              </a:spcAft>
            </a:pPr>
            <a:r>
              <a:rPr sz="1700" b="1" i="0">
                <a:solidFill>
                  <a:srgbClr val="262626"/>
                </a:solidFill>
                <a:latin typeface="Calibri"/>
              </a:rPr>
              <a:t>Hand-marking 100 answers takes time</a:t>
            </a:r>
          </a:p>
          <a:p>
            <a:pPr algn="l">
              <a:spcAft>
                <a:spcPts val="600"/>
              </a:spcAft>
            </a:pPr>
            <a:r>
              <a:rPr sz="1600" b="0" i="0">
                <a:solidFill>
                  <a:srgbClr val="262626"/>
                </a:solidFill>
                <a:latin typeface="Calibri"/>
              </a:rPr>
              <a:t>Starts in Week 10 with two named markers and a written marking guide.</a:t>
            </a:r>
          </a:p>
        </p:txBody>
      </p:sp>
      <p:sp>
        <p:nvSpPr>
          <p:cNvPr id="8" name="Risk 3"/>
          <p:cNvSpPr/>
          <p:nvPr/>
        </p:nvSpPr>
        <p:spPr>
          <a:xfrm>
            <a:off x="548640" y="4526280"/>
            <a:ext cx="5943600" cy="1188720"/>
          </a:xfrm>
          <a:prstGeom prst="roundRect">
            <a:avLst>
              <a:gd name="adj" fmla="val 6000"/>
            </a:avLst>
          </a:prstGeom>
          <a:solidFill>
            <a:srgbClr val="F3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663440"/>
            <a:ext cx="5486400" cy="960120"/>
          </a:xfrm>
          <a:prstGeom prst="rect">
            <a:avLst/>
          </a:prstGeom>
          <a:noFill/>
        </p:spPr>
        <p:txBody>
          <a:bodyPr wrap="square" anchor="t" lIns="0" rIns="0" tIns="0" bIns="0">
            <a:spAutoFit/>
          </a:bodyPr>
          <a:lstStyle/>
          <a:p>
            <a:pPr algn="l">
              <a:spcAft>
                <a:spcPts val="400"/>
              </a:spcAft>
            </a:pPr>
            <a:r>
              <a:rPr sz="1700" b="1" i="0">
                <a:solidFill>
                  <a:srgbClr val="262626"/>
                </a:solidFill>
                <a:latin typeface="Calibri"/>
              </a:rPr>
              <a:t>Uneven contribution (graded individually)</a:t>
            </a:r>
          </a:p>
          <a:p>
            <a:pPr algn="l">
              <a:spcAft>
                <a:spcPts val="600"/>
              </a:spcAft>
            </a:pPr>
            <a:r>
              <a:rPr sz="1600" b="0" i="0">
                <a:solidFill>
                  <a:srgbClr val="262626"/>
                </a:solidFill>
                <a:latin typeface="Calibri"/>
              </a:rPr>
              <a:t>GitHub activity is checked weekly, and tasks are reassigned the same week.</a:t>
            </a:r>
          </a:p>
        </p:txBody>
      </p:sp>
      <p:sp>
        <p:nvSpPr>
          <p:cNvPr id="10" name="TextBox 9"/>
          <p:cNvSpPr txBox="1"/>
          <p:nvPr/>
        </p:nvSpPr>
        <p:spPr>
          <a:xfrm>
            <a:off x="6858000" y="1280160"/>
            <a:ext cx="4754880" cy="411480"/>
          </a:xfrm>
          <a:prstGeom prst="rect">
            <a:avLst/>
          </a:prstGeom>
          <a:noFill/>
        </p:spPr>
        <p:txBody>
          <a:bodyPr wrap="square" anchor="t" lIns="0" rIns="0" tIns="0" bIns="0">
            <a:spAutoFit/>
          </a:bodyPr>
          <a:lstStyle/>
          <a:p>
            <a:pPr algn="l">
              <a:spcAft>
                <a:spcPts val="600"/>
              </a:spcAft>
            </a:pPr>
            <a:r>
              <a:rPr sz="2000" b="1" i="0">
                <a:solidFill>
                  <a:srgbClr val="1A8FB0"/>
                </a:solidFill>
                <a:latin typeface="Calibri"/>
              </a:rPr>
              <a:t>What we need from you</a:t>
            </a:r>
          </a:p>
        </p:txBody>
      </p:sp>
      <p:sp>
        <p:nvSpPr>
          <p:cNvPr id="11" name="Asks"/>
          <p:cNvSpPr/>
          <p:nvPr/>
        </p:nvSpPr>
        <p:spPr>
          <a:xfrm>
            <a:off x="6858000" y="1783080"/>
            <a:ext cx="4754880" cy="3931920"/>
          </a:xfrm>
          <a:prstGeom prst="roundRect">
            <a:avLst>
              <a:gd name="adj" fmla="val 6000"/>
            </a:avLst>
          </a:prstGeom>
          <a:solidFill>
            <a:srgbClr val="E6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0" y="2011680"/>
            <a:ext cx="4206240" cy="3566160"/>
          </a:xfrm>
          <a:prstGeom prst="rect">
            <a:avLst/>
          </a:prstGeom>
          <a:noFill/>
        </p:spPr>
        <p:txBody>
          <a:bodyPr wrap="square" anchor="t" lIns="0" rIns="0" tIns="0" bIns="0">
            <a:spAutoFit/>
          </a:bodyPr>
          <a:lstStyle/>
          <a:p>
            <a:pPr algn="l" marL="201168" indent="-201168">
              <a:spcAft>
                <a:spcPts val="1200"/>
              </a:spcAft>
              <a:buChar char="•"/>
            </a:pPr>
            <a:r>
              <a:rPr sz="1700" b="0" i="0">
                <a:solidFill>
                  <a:srgbClr val="262626"/>
                </a:solidFill>
                <a:latin typeface="Calibri"/>
              </a:rPr>
              <a:t>Approval to use Gemini (free tier) as the default model instead of GPT-4o from Phase 1. Other providers remain selectable.</a:t>
            </a:r>
          </a:p>
          <a:p>
            <a:pPr algn="l" marL="201168" indent="-201168">
              <a:spcAft>
                <a:spcPts val="1200"/>
              </a:spcAft>
              <a:buChar char="•"/>
            </a:pPr>
            <a:r>
              <a:rPr sz="1700" b="0" i="0">
                <a:solidFill>
                  <a:srgbClr val="262626"/>
                </a:solidFill>
                <a:latin typeface="Calibri"/>
              </a:rPr>
              <a:t>Advice on obtaining real, anonymised student answers for the evaluation set.</a:t>
            </a:r>
          </a:p>
          <a:p>
            <a:pPr algn="l" marL="201168" indent="-201168">
              <a:spcAft>
                <a:spcPts val="600"/>
              </a:spcAft>
              <a:buChar char="•"/>
            </a:pPr>
            <a:r>
              <a:rPr sz="1700" b="0" i="0">
                <a:solidFill>
                  <a:srgbClr val="262626"/>
                </a:solidFill>
                <a:latin typeface="Calibri"/>
              </a:rPr>
              <a:t>Agreement on the weekly follow-up: a written update every Thursday, with links to the work.</a:t>
            </a:r>
          </a:p>
        </p:txBody>
      </p:sp>
    </p:spTree>
    <p:extLst>
      <p:ext uri="{BB962C8B-B14F-4D97-AF65-F5344CB8AC3E}">
        <p14:creationId xmlns:p14="http://schemas.microsoft.com/office/powerpoint/2010/main" val="434084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Artboard 3@2x.png" descr="Artboard 3@2x.png"/>
          <p:cNvPicPr>
            <a:picLocks noChangeAspect="1"/>
          </p:cNvPicPr>
          <p:nvPr/>
        </p:nvPicPr>
        <p:blipFill>
          <a:blip r:embed="rId2"/>
          <a:srcRect t="8869" r="116" b="11106"/>
          <a:stretch>
            <a:fillRect/>
          </a:stretch>
        </p:blipFill>
        <p:spPr>
          <a:xfrm>
            <a:off x="-95250" y="-22926"/>
            <a:ext cx="12285350" cy="6903851"/>
          </a:xfrm>
          <a:prstGeom prst="rect">
            <a:avLst/>
          </a:prstGeom>
          <a:ln w="12700">
            <a:miter lim="400000"/>
          </a:ln>
        </p:spPr>
      </p:pic>
      <p:sp>
        <p:nvSpPr>
          <p:cNvPr id="128" name="TextBox 2"/>
          <p:cNvSpPr txBox="1"/>
          <p:nvPr/>
        </p:nvSpPr>
        <p:spPr>
          <a:xfrm>
            <a:off x="3931049" y="2505673"/>
            <a:ext cx="3306428" cy="9233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rtl="0">
              <a:defRPr sz="3800">
                <a:solidFill>
                  <a:srgbClr val="FFFFFF"/>
                </a:solidFill>
                <a:latin typeface="FrutigerLTArabic-55Roman"/>
                <a:ea typeface="FrutigerLTArabic-55Roman"/>
                <a:cs typeface="FrutigerLTArabic-55Roman"/>
                <a:sym typeface="FrutigerLTArabic-55Roman"/>
              </a:defRPr>
            </a:lvl1pPr>
          </a:lstStyle>
          <a:p>
            <a:pPr algn="ctr"/>
            <a:r>
              <a:rPr sz="5400" dirty="0"/>
              <a:t>Thank You</a:t>
            </a:r>
          </a:p>
        </p:txBody>
      </p:sp>
      <p:pic>
        <p:nvPicPr>
          <p:cNvPr id="129" name="Artboard 2@4x.png" descr="Artboard 2@4x.png"/>
          <p:cNvPicPr>
            <a:picLocks noChangeAspect="1"/>
          </p:cNvPicPr>
          <p:nvPr/>
        </p:nvPicPr>
        <p:blipFill>
          <a:blip r:embed="rId3"/>
          <a:stretch>
            <a:fillRect/>
          </a:stretch>
        </p:blipFill>
        <p:spPr>
          <a:xfrm>
            <a:off x="6089898" y="5811861"/>
            <a:ext cx="6080963" cy="1050521"/>
          </a:xfrm>
          <a:prstGeom prst="rect">
            <a:avLst/>
          </a:prstGeom>
          <a:ln w="12700">
            <a:miter lim="400000"/>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TotalTime>
  <Words>761</Words>
  <Application>Microsoft Office PowerPoint</Application>
  <PresentationFormat>Widescreen</PresentationFormat>
  <Paragraphs>104</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FrutigerLTArabic-55Roman</vt:lpstr>
      <vt:lpstr>Google Sans Text</vt:lpstr>
      <vt:lpstr>Times New Roman</vt:lpstr>
      <vt:lpstr>Office Theme</vt:lpstr>
      <vt:lpstr>PowerPoint Presentation</vt:lpstr>
      <vt:lpstr>PowerPoint Presentation</vt:lpstr>
      <vt:lpstr>PowerPoint Presentation</vt:lpstr>
      <vt:lpstr>PowerPoint Presentation</vt:lpstr>
      <vt:lpstr>PowerPoint Presentation</vt:lpstr>
      <vt:lpstr>Problem Description </vt:lpstr>
      <vt:lpstr>PowerPoint Presentation</vt:lpstr>
      <vt:lpstr>The Proposed Solution</vt:lpstr>
      <vt:lpstr>PowerPoint Presentation</vt:lpstr>
      <vt:lpstr>Key Smart Features</vt:lpstr>
      <vt:lpstr>PowerPoint Presentation</vt:lpstr>
      <vt:lpstr>Technology Stack</vt:lpstr>
      <vt:lpstr>PowerPoint Presentation</vt:lpstr>
      <vt:lpstr>System Architecture</vt:lpstr>
      <vt:lpstr>PowerPoint Presentation</vt:lpstr>
      <vt:lpstr>UI/UX Design</vt:lpstr>
      <vt:lpstr>UI/UX Design</vt:lpstr>
      <vt:lpstr>PowerPoint Presentation</vt:lpstr>
      <vt:lpstr>Performance &amp; Evaluation Results</vt:lpstr>
      <vt:lpstr>PowerPoint Presentation</vt:lpstr>
      <vt:lpstr>Conclusion &amp;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Mohamed I. Habib</dc:creator>
  <cp:lastModifiedBy>MOHAMAD ABDULRAHMAN -. BORGHALI</cp:lastModifiedBy>
  <cp:revision>60</cp:revision>
  <dcterms:created xsi:type="dcterms:W3CDTF">2021-06-25T15:13:11Z</dcterms:created>
  <dcterms:modified xsi:type="dcterms:W3CDTF">2026-05-10T18:41:02Z</dcterms:modified>
</cp:coreProperties>
</file>